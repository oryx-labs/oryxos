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280160"/>
            <a:ext cx="45720" cy="237744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1243584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</a:t>
            </a:r>
            <a:r>
              <a:rPr lang="zh-CN" alt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十</a:t>
            </a:r>
            <a:r>
              <a:rPr lang="en-US" sz="12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节  ·  从需求分析到任务拆解：拿到项目如何从零思考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拿到项目，</a:t>
            </a:r>
            <a:endParaRPr lang="en-US" sz="3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先想清楚怎么做成。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66928" y="3246120"/>
            <a:ext cx="4572000" cy="18288"/>
          </a:xfrm>
          <a:prstGeom prst="rect">
            <a:avLst/>
          </a:prstGeom>
          <a:solidFill>
            <a:srgbClr val="2E2E2E"/>
          </a:solidFill>
        </p:spPr>
      </p:sp>
      <p:sp>
        <p:nvSpPr>
          <p:cNvPr id="6" name="Text 4"/>
          <p:cNvSpPr/>
          <p:nvPr/>
        </p:nvSpPr>
        <p:spPr>
          <a:xfrm>
            <a:off x="548640" y="3364992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交付的不是代码，是一条从零思考的路径。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企业级 AI 编程实战营  ·  Week 2  ·  约 15 分钟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传统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传统编程：做法和思路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想清楚需求 → 设计 → 一行行写代码 → 调试，核心动作是「写代码」。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理需求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搞清楚要做什么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22576" y="1783080"/>
            <a:ext cx="3657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23744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设计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78608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定架构与方案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2272" y="1783080"/>
            <a:ext cx="3657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0016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写代码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8304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一行行手撸实现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1968" y="1783080"/>
            <a:ext cx="3657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03136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9712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调试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一个个 bug 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429000"/>
            <a:ext cx="8375904" cy="9144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429000"/>
            <a:ext cx="45720" cy="9144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9" name="Text 27"/>
          <p:cNvSpPr/>
          <p:nvPr/>
        </p:nvSpPr>
        <p:spPr>
          <a:xfrm>
            <a:off x="640080" y="3557016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思考始终绕着「这段代码怎么实现」转。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衡量一个工程师的，是代码量、提交数、解决的 bug 数——写得多、写得快、写得准，就是好工程师。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编程：做法和思路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核心动作变成「驾驭 AI 把事做成」——执行交给 AI。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想清楚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要做什么、怎么拆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22576" y="1783080"/>
            <a:ext cx="3657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23744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立规范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78608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给 AI 边界和规则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2272" y="1783080"/>
            <a:ext cx="3657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0016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执行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8304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在边界内生成代码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1968" y="1783080"/>
            <a:ext cx="3657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03136" y="1783080"/>
            <a:ext cx="1956816" cy="13716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192938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9712" y="220370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你验收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2587752"/>
            <a:ext cx="1847088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判断对不对、收口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429000"/>
            <a:ext cx="8375904" cy="91440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429000"/>
            <a:ext cx="45720" cy="91440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9" name="Text 27"/>
          <p:cNvSpPr/>
          <p:nvPr/>
        </p:nvSpPr>
        <p:spPr>
          <a:xfrm>
            <a:off x="640080" y="3557016"/>
            <a:ext cx="79552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思考绕着「怎么更快更好地把事做成」转，不是「怎么写代码」。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" y="3904488"/>
            <a:ext cx="7955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代码还是产出物，但它从你手里直接流出，变成「你判断 → AI 执行 → 你验收」这条新链路产生。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变与不变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哪些变了，哪些没变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看清这个，你既不会停在旧认知里，也不会被「AI 取代程序员」带偏。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没变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本质一直如此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目的：更快更好地产生价值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动手前要先想清楚需求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工程判断力依然是核心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计算机基础照样躲不掉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变了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路径与重心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核心动作：写代码 → 驾驭 AI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思考重心：实现细节 → 设计·拆解·验证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衡量标准：代码量 → 把事做成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靠的从「手感」变成「判断」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目的没变，变的是路径——这一节，就讲清楚新路径上「该怎么想」。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换个角度：用三种思维，不是写代码思维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拿到项目，别从「第一行代码」想起，从「怎么做成」想起。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737360"/>
            <a:ext cx="8375904" cy="105156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737360"/>
            <a:ext cx="45720" cy="105156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640080" y="1865376"/>
            <a:ext cx="79552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不再问「这段代码怎么写」，而是问「这件事怎么更快更好地做成」。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7955280" cy="4023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从「做出东西」出发——用 SDD、Harness、Loop 三种思维去想，而不是用写代码的思维。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" y="3108960"/>
            <a:ext cx="2645664" cy="10515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3108960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4" name="Text 12"/>
          <p:cNvSpPr/>
          <p:nvPr/>
        </p:nvSpPr>
        <p:spPr>
          <a:xfrm>
            <a:off x="384048" y="3328416"/>
            <a:ext cx="2645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" y="3767328"/>
            <a:ext cx="264566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怎么拆分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49168" y="3108960"/>
            <a:ext cx="2645664" cy="10515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9168" y="3108960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8" name="Text 16"/>
          <p:cNvSpPr/>
          <p:nvPr/>
        </p:nvSpPr>
        <p:spPr>
          <a:xfrm>
            <a:off x="3249168" y="3328416"/>
            <a:ext cx="2645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249168" y="3767328"/>
            <a:ext cx="264566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怎么立规范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14288" y="3108960"/>
            <a:ext cx="2645664" cy="105156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3108960"/>
            <a:ext cx="2645664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2" name="Text 20"/>
          <p:cNvSpPr/>
          <p:nvPr/>
        </p:nvSpPr>
        <p:spPr>
          <a:xfrm>
            <a:off x="6114288" y="3328416"/>
            <a:ext cx="2645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14288" y="3767328"/>
            <a:ext cx="264566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怎么自动化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4048" y="4297680"/>
            <a:ext cx="8375904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这三种思维（第五节的三大支柱），现在变成你「拿到项目怎么想」的三个角度。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三种思维：拿到项目这样想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同一个项目，从三个角度想一遍，比从「第一行代码」想清楚得多。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6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0" name="Text 8"/>
          <p:cNvSpPr/>
          <p:nvPr/>
        </p:nvSpPr>
        <p:spPr>
          <a:xfrm>
            <a:off x="56692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思维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怎么拆分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66928" y="2962656"/>
            <a:ext cx="227990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先想「拆成什么、规格是什么」——把模糊需求拆成清晰、可执行的块。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916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916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343204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 思维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3204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怎么立规范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343204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3432048" y="2962656"/>
            <a:ext cx="227990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先想「给 AI 什么边界、规则、怎么验证」——把约束架好，AI 才不跑偏。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14288" y="1682496"/>
            <a:ext cx="2645664" cy="274320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14288" y="1682496"/>
            <a:ext cx="2645664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2" name="Text 20"/>
          <p:cNvSpPr/>
          <p:nvPr/>
        </p:nvSpPr>
        <p:spPr>
          <a:xfrm>
            <a:off x="6297168" y="1865376"/>
            <a:ext cx="2279904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思维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97168" y="2157984"/>
            <a:ext cx="2279904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怎么自动化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97168" y="2834640"/>
            <a:ext cx="2279904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25" name="Text 23"/>
          <p:cNvSpPr/>
          <p:nvPr/>
        </p:nvSpPr>
        <p:spPr>
          <a:xfrm>
            <a:off x="6297168" y="2962656"/>
            <a:ext cx="2279904" cy="1335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想「哪些步骤让 AI 在循环里自己跑、哪里设检查点」——把执行循环设计好。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4572000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注意：这是「想」的三个角度，不是三个工具操作——先在脑子里想清楚，再落到工具。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路径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一条思考路径：先做什么、后做什么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顺序不是死的，但这套骨架最稳。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1956816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2082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229514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想清楚要做什么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" y="2679192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SDD 思维：拆成可执行的块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22576" y="1874520"/>
            <a:ext cx="3657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23744" y="1874520"/>
            <a:ext cx="1956816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202082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29514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立好规范与边界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578608" y="2679192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Harness 思维：约束、规则、验证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62272" y="1874520"/>
            <a:ext cx="3657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874520"/>
            <a:ext cx="1956816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2082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0016" y="229514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设计自动化执行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718304" y="2679192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Loop 思维：循环 + 检查点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01968" y="1874520"/>
            <a:ext cx="3657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03136" y="1874520"/>
            <a:ext cx="1956816" cy="1554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3136" y="2020824"/>
            <a:ext cx="195681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39712" y="2295144"/>
            <a:ext cx="188366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人来验证、收口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0" y="2679192"/>
            <a:ext cx="1847088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判断对不对，拍板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84048" y="3611880"/>
            <a:ext cx="8375904" cy="8686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611880"/>
            <a:ext cx="45720" cy="868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29" name="Text 27"/>
          <p:cNvSpPr/>
          <p:nvPr/>
        </p:nvSpPr>
        <p:spPr>
          <a:xfrm>
            <a:off x="640080" y="3611880"/>
            <a:ext cx="79552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先想清楚、再立约束、再让 AI 跑、最后人收口——执行那一步交给 AI，其余三步是你的。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46304"/>
            <a:ext cx="1097280" cy="274320"/>
          </a:xfrm>
          <a:prstGeom prst="roundRect">
            <a:avLst>
              <a:gd name="adj" fmla="val 13333"/>
            </a:avLst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46304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底线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375904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但控制权，在你手里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8375904" cy="457200"/>
          </a:xfrm>
          <a:prstGeom prst="rect">
            <a:avLst/>
          </a:prstGeom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三种思维是为了让 AI 高效执行，不是让 AI 替你做决定。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 / 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682496"/>
            <a:ext cx="4050792" cy="2697480"/>
          </a:xfrm>
          <a:prstGeom prst="rect">
            <a:avLst/>
          </a:prstGeom>
          <a:ln w="15875">
            <a:solidFill>
              <a:srgbClr val="C9A9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682496"/>
            <a:ext cx="4050792" cy="4572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10" name="Text 8"/>
          <p:cNvSpPr/>
          <p:nvPr/>
        </p:nvSpPr>
        <p:spPr>
          <a:xfrm>
            <a:off x="585216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你定的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5216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判断不能交出去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3" name="Text 11"/>
          <p:cNvSpPr/>
          <p:nvPr/>
        </p:nvSpPr>
        <p:spPr>
          <a:xfrm>
            <a:off x="585216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拆分方案：拆成什么块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规范与边界：什么能做、什么不能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关键技术决策：选哪条路线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验收标准：什么算做对了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050792" cy="269748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682496"/>
            <a:ext cx="4050792" cy="45720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6" name="Text 14"/>
          <p:cNvSpPr/>
          <p:nvPr/>
        </p:nvSpPr>
        <p:spPr>
          <a:xfrm>
            <a:off x="4910328" y="1828800"/>
            <a:ext cx="3648456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0E0E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做的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3648456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执行可以交出去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10328" y="2487168"/>
            <a:ext cx="3648456" cy="18288"/>
          </a:xfrm>
          <a:prstGeom prst="rect">
            <a:avLst/>
          </a:prstGeom>
          <a:solidFill>
            <a:srgbClr val="333333"/>
          </a:solidFill>
        </p:spPr>
      </p:sp>
      <p:sp>
        <p:nvSpPr>
          <p:cNvPr id="19" name="Text 17"/>
          <p:cNvSpPr/>
          <p:nvPr/>
        </p:nvSpPr>
        <p:spPr>
          <a:xfrm>
            <a:off x="4910328" y="2596896"/>
            <a:ext cx="3648456" cy="16367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在你划的边界内生成代码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按规格逐个执行任务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做完自动跑检查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·"/>
            </a:pPr>
            <a:r>
              <a:rPr lang="en-US" sz="12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卡住时把情况报告给你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4535424"/>
            <a:ext cx="83759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你是工作流的设计者，不是旁观者——执行可以交出去，判断不能。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822960"/>
            <a:ext cx="45720" cy="2011680"/>
          </a:xfrm>
          <a:prstGeom prst="rect">
            <a:avLst/>
          </a:prstGeom>
          <a:solidFill>
            <a:srgbClr val="C9A96E"/>
          </a:solidFill>
        </p:spPr>
      </p:sp>
      <p:sp>
        <p:nvSpPr>
          <p:cNvPr id="3" name="Text 1"/>
          <p:cNvSpPr/>
          <p:nvPr/>
        </p:nvSpPr>
        <p:spPr>
          <a:xfrm>
            <a:off x="566928" y="914400"/>
            <a:ext cx="80467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思考方式变了，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实现方式也变了。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246888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拿到项目，先用 SDD / Harness / Loop 的思维想清楚，再让 AI 去做。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3200400"/>
            <a:ext cx="8375904" cy="1417320"/>
          </a:xfrm>
          <a:prstGeom prst="rect">
            <a:avLst/>
          </a:prstGeom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36499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96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下一节 · 演示课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3639312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0F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第十节：部署 OryxOS 官网，先给项目一个门面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41648"/>
            <a:ext cx="78638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这节是演示课，不需要 PPT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动手开发 &amp; 部署 &amp; 运行一个项目主页</a:t>
            </a:r>
            <a:endParaRPr lang="en-US" sz="1050" dirty="0"/>
          </a:p>
          <a:p>
            <a:pPr marL="152400" indent="-152400">
              <a:buSzPct val="100000"/>
              <a:buChar char="·"/>
            </a:pPr>
            <a:r>
              <a:rPr lang="en-US" sz="1050" dirty="0">
                <a:solidFill>
                  <a:srgbClr val="D8D8D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把这节的思考路径，第一次落到真实动手上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548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1598</Words>
  <Application>WPS 演示</Application>
  <PresentationFormat>On-screen Show (16:9)</PresentationFormat>
  <Paragraphs>260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Arial</vt:lpstr>
      <vt:lpstr>Arial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姚小强</cp:lastModifiedBy>
  <cp:revision>2</cp:revision>
  <dcterms:created xsi:type="dcterms:W3CDTF">2026-06-30T04:10:34Z</dcterms:created>
  <dcterms:modified xsi:type="dcterms:W3CDTF">2026-06-30T04:10:34Z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A0B6F040BD4E6AF7BA41436A88D7168B_42</vt:lpwstr>
  </property>
  <property fmtid="{D5CDD505-2E9C-101B-9397-08002B2CF9AE}" pid="3" name="KSOProductBuildVer">
    <vt:lpwstr>2052-12.1.26026.26026</vt:lpwstr>
  </property>
</Properties>
</file>