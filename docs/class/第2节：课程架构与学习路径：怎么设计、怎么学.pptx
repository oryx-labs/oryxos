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36576" cy="2377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第二节  ·  课程架构与学习路径：怎么设计、怎么学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609344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这门课怎么设计、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你该怎么学。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3127248"/>
            <a:ext cx="4572000" cy="36576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2186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读完这节，你知道训练营讲什么、怎么讲、节奏是否符合你的预期。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47183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编程实战营  ·  Week 1  ·  约 15 分钟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课程设计思路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三个词，收束整个训练营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认知、驾驭、进阶。三层不是并列，是递进。没有认知，驾驭是依样画葫芦；没有驾驭，进阶是空谈。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87782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87782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91640"/>
            <a:ext cx="640080" cy="62179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916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039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16736" y="1664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看清楚 AI 编程是什么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16736" y="2048256"/>
            <a:ext cx="7278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本质、行业现状、工具体系、演进方向、你的位置。工具会过时，认知会留下。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578608"/>
            <a:ext cx="8375904" cy="87782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578608"/>
            <a:ext cx="36576" cy="87782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697480"/>
            <a:ext cx="640080" cy="62179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主体 · 80%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16736" y="26700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AI 用熟，把事情做成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16736" y="3054096"/>
            <a:ext cx="7278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四个真实项目，同一套工作流跑四遍。跑一次是体验，跑四次是肌肉记忆。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584448"/>
            <a:ext cx="8375904" cy="87782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584448"/>
            <a:ext cx="36576" cy="87782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703320"/>
            <a:ext cx="640080" cy="62179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703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0507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16736" y="3675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在驾驭基础上多走一步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16736" y="4059936"/>
            <a:ext cx="7278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开源贡献 + 长期共建。对适合的人，这是 AI 时代最有价值的复利资产。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看清楚 AI 编程是什么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工程师在 AI 时代最大的风险，不是不会用工具，而是没有判断。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31272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没有认知，会怎样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066544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AI 写了段傻代码 → "AI 没用"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70048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AI 做出惊艳 demo → "要取代我了"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27355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一堆新工具冒出来 → 不知道学哪个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87705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学了一堆用不好 → 开始怀疑自己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4498848"/>
            <a:ext cx="3767328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5537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根源都是认知层没建立起来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572768"/>
            <a:ext cx="4059936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66420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认知层覆盖 5 个问题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164592" cy="16459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04825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编程的本质是什么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164592" cy="16459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5786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行业现状 + 演进轨迹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163824"/>
            <a:ext cx="164592" cy="16459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0896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有哪些工具体系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94176"/>
            <a:ext cx="164592" cy="16459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63931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接下来会往哪里走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4224528"/>
            <a:ext cx="164592" cy="16459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416966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你作为工程师的位置在哪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四个真实项目，同一套工作流跑四遍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新项目、分布式系统、大型老项目改造、陌生语言开源——四种场景，跑四次才是肌肉记忆。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1993392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31272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72768"/>
            <a:ext cx="1993392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" y="22494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OS · 4周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" y="2505456"/>
            <a:ext cx="1773936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96896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0→1 自己写，也能做开源二次开发。企业标配，学了直接用上。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1993392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572768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78608" y="19202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8608" y="22494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分布式延时组件 · 3周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78608" y="2505456"/>
            <a:ext cx="1773936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596896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gRPC、etcd、时间轮。同时拿到两段稀缺经验。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3712" y="1572768"/>
            <a:ext cx="1993392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3712" y="1572768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9202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DifyPro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22494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二次开发 · 2周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1773936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596896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大型陌生代码库里的 AI 协作。学了直接用到公司。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38544" y="1572768"/>
            <a:ext cx="1993392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572768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19202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48272" y="22494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开源项目 · 1周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48272" y="2505456"/>
            <a:ext cx="1773936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2596896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给真实活跃开源项目贡献 PR，简历现成硬通货。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" y="477316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四个项目放在 oryx-labs GitHub 空间，长期维护演进。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在驾驭基础上多走一步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开源依旧是程序员最好的名片。不管找工作还是升职加薪，不二之选。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113385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11338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8101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进阶不是"额外内容"，是驾驭的自然延伸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2029968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你在四个项目里反复练驾驭，自然就积累了真实可写在简历上的项目经验。那接下来呢？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834640"/>
            <a:ext cx="2706624" cy="188366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34640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9260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沉淀复盘笔记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" y="33101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每个项目做完，写下 AI 哪些地方做得好、哪些差点出问题、自己做了什么判断。慢慢积累，就是你自己的方法论。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2834640"/>
            <a:ext cx="2706624" cy="188366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2834640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84448" y="29260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整理个人工具库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33101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把常用提示词、工具配置、Skills 整理成个人库。今天攒一点，明天攒一点，半年后你有自己的工具箱。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0176" y="2834640"/>
            <a:ext cx="2706624" cy="188366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0176" y="2834640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29260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提一个开源 PR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08192" y="33101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可以是 mq9，也可以是你感兴趣的项目。第一次很慌，但走通一次之后，这扇门就为你打开了。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教学思路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总分结构：从本质出发，在项目里落地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总是认知层，分是驾驭层四个项目，进阶层留给愿意多走一步的人。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80467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8046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64208"/>
            <a:ext cx="530352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6420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6642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认知层：讲本质、讲路径、讲判断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56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训练营开篇总论 + 预习材料 14 份 PDF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487168"/>
            <a:ext cx="8375904" cy="142646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578608"/>
            <a:ext cx="530352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7860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驾驭层：同一套工作流，在四个项目里跑四遍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1609344" cy="7132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9260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· 4周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2926080"/>
            <a:ext cx="1609344" cy="7132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9260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3周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0016" y="2926080"/>
            <a:ext cx="1609344" cy="7132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9260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DifyPro · 2周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2926080"/>
            <a:ext cx="1609344" cy="7132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9260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mq9 · 1周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4023360"/>
            <a:ext cx="8375904" cy="67665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14800"/>
            <a:ext cx="530352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1480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114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进阶层：开源贡献 + 长期共建 — 留给愿意多走一步的人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教学思路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两个关键原则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项目串方法论，不是方法论串项目。每个项目跑同一种节奏。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135331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135331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64208"/>
            <a:ext cx="1097280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55648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项目串方法论，不是方法论串项目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1993392"/>
            <a:ext cx="8101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SDD、Skills、Subagents、Hooks、Spec Coding……自然散落在四个项目里。当你正在为某个问题头疼，告诉你"这时候应该用 Skills"，你立刻就懂了。不光懂概念，更懂它在什么场景下值得用。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3054096"/>
            <a:ext cx="8375904" cy="166420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145536"/>
            <a:ext cx="1097280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45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55648" y="31272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每个项目跑同一种节奏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" y="35112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讲清楚要做什么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80390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 + 技术方案摆出来，讲清楚关键决策。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36976" y="35112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真正动手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36976" y="380390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大量真实场景：卡住了 → Claude 给了什么 → 我怎么判断 → 下一步怎么走。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35112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复盘沉淀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80390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帮上了什么、没帮上什么、下次怎么调整。把经验沉淀下来。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认知层：预习材料一定要看；驾驭层：所有内容必须动手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学什么是课程设计的事，怎么学是你自己的事。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4059936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认知层预习材料分三类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2084832"/>
            <a:ext cx="694944" cy="237744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8483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35024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编程本质、工作流、工具全景、方法论体系。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3774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907792"/>
            <a:ext cx="694944" cy="237744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0779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35024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调研、Spec-Kit 教程、Hermes Agent 深度介绍。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2004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" y="3730752"/>
            <a:ext cx="694944" cy="237744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307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35024" y="3712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每个项目的调研 + 需求 + 技术方案 + AI 编程指南。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553712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看完预习材料，直播课密度会高很多；没看完，你会一直处于被动状态，学不进去东西。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0016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1572768"/>
            <a:ext cx="36576" cy="31272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66420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驾驭层：动手才是真的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你看再多视频，只要没在自己键盘上跑一遍，这个能力就没有真正进入你的身体。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596896"/>
            <a:ext cx="3767328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883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项目结束自检标准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96265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你能不能讲清楚：你做了什么、为什么这么做？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5643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讲得清楚——这个项目你真学到了。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讲不清楚——需要补的不是操作，是思考。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15137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时代，操作越来越便宜，判断越来越值钱。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三种学习强度，都不亏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投入少不丢人，投入多也不必有压力。选你能投入的就好。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2706624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824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基础路径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993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 + 驾驭基础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267712"/>
            <a:ext cx="24505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774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把 14 份 PDF 看完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8895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跟着四个项目核心任务跑下来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3511296"/>
            <a:ext cx="2450592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112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能在企业级项目里把 AI 编程跑顺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157276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6824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993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 + 驾驭 + 部分进阶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267712"/>
            <a:ext cx="24505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3774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选一个最感兴趣的项目深入改造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8895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沉淀自己的笔记和个人工具库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3511296"/>
            <a:ext cx="2450592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5112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有自己的方法论 + 可展示的项目改造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0176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0176" y="157276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16824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完整路径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08192" y="1993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 + 驾驭 + 完整进阶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08192" y="2267712"/>
            <a:ext cx="24505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3774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认真把 mq9 那一段走完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08192" y="28895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尝试提一个开源 PR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08192" y="34015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加入训练营之后长期共建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08192" y="4023360"/>
            <a:ext cx="2450592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GitHub 可见贡献 + 长期成长入口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03504"/>
            <a:ext cx="36576" cy="270662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写在开课之前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7315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工具一直在换，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真正活下来的人，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7190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一直保持好奇、一直愿意动手、一直愿意把自己往前推一步。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1396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编程把你原本的样子放大。你认真，它帮你做出更认真的东西；你糊弄，它帮你糊弄得更快。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2633472"/>
            <a:ext cx="8375904" cy="36576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761488"/>
            <a:ext cx="4059936" cy="76809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761488"/>
            <a:ext cx="36576" cy="76809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16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开课前把 14 份预习材料认真看完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0016" y="2761488"/>
            <a:ext cx="4059936" cy="76809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2761488"/>
            <a:ext cx="36576" cy="76809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816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听到新概念立刻想动手试一下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3657600"/>
            <a:ext cx="4059936" cy="76809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657600"/>
            <a:ext cx="36576" cy="76809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124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看到不熟悉的代码，敢往里钻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0016" y="3657600"/>
            <a:ext cx="4059936" cy="768096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3657600"/>
            <a:ext cx="36576" cy="76809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7124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做完项目还会问自己：重做一次我会怎么改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6817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这种状态，有个词我很喜欢——少年依旧。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2026-06-26T04:00:38Z</dcterms:created>
  <dcterms:modified xsi:type="dcterms:W3CDTF">2026-06-26T04:00:38Z</dcterms:modified>
</cp:coreProperties>
</file>