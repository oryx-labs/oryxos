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0"/>
            <a:ext cx="45720" cy="23774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2435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第四节  ·  选型力：看懂 AI 编程工具的七层架构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工具太多不可怕，</a:t>
            </a:r>
            <a:endParaRPr lang="en-US" sz="3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没有地图才可怕。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4572000" cy="18288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649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先给你一张工具地图，再决定学什么、用什么、怎么用。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7183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 AI 编程实战营  ·  Week 1  ·  约 15 分钟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工具太多，越学越焦虑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Cursor、Claude Code、Codex、Spec-Kit、MCP、CLAUDE.md……每天都觉得有新玩法没追上。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8249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95805" y="168249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95805" y="168249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07562" y="168249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7562" y="168249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19318" y="168249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9318" y="168249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31075" y="168249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1075" y="168249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Windsurf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223113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23113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95805" y="223113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95805" y="223113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807562" y="223113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7562" y="223113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19318" y="223113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9318" y="223113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31075" y="223113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223113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通义灵码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84048" y="277977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77977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Spec-Kit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095805" y="277977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95805" y="277977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807562" y="277977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07562" y="277977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519318" y="277977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9318" y="277977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231075" y="277977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31075" y="277977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84048" y="332841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32841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095805" y="332841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95805" y="332841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807562" y="332841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07562" y="332841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519318" y="332841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19318" y="332841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231075" y="3328416"/>
            <a:ext cx="1528877" cy="384048"/>
          </a:xfrm>
          <a:prstGeom prst="roundRect">
            <a:avLst>
              <a:gd name="adj" fmla="val 11905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31075" y="3328416"/>
            <a:ext cx="15288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SDK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84048" y="4224528"/>
            <a:ext cx="8375904" cy="56692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" y="4224528"/>
            <a:ext cx="45720" cy="56692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422452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问题不是工具太多，是缺一张清晰的认知地图——没有锚点，越学越乱、越乱越焦虑。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态度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本质不是工具，是怎么用好工具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「用得好 AI」≠「知道更多 AI 技巧」。搞混这两件事，就会越学越焦虑。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知道更多工具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5216" y="221284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手段导向 · 越学越焦虑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505456"/>
            <a:ext cx="3648456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633472"/>
            <a:ext cx="36484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奇技淫巧没有尽头，永远追不完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学一堆技巧，回到工作里用不出效果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看别人玩得很厉害，自己对不上场景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拿到的是注意力，不是能力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想清楚目的 + 用对工具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10328" y="221284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结果导向 · 不再焦虑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505456"/>
            <a:ext cx="3648456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2633472"/>
            <a:ext cx="36484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从问题出发，不从工具酷炫程度出发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大多数「高阶用法」你的场景根本不需要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把基础工作流反复打磨到跑顺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拿到的是能力和资产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你需要的不是再学一个新工具，是一个能给所有工具定位的分类锚点——一张地图。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编程工具的七层架构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从底层「原料」到顶层「思想」——任何一个工具，都能在这张图上找到位置。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09344"/>
            <a:ext cx="8375904" cy="381435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609344"/>
            <a:ext cx="3657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609344"/>
            <a:ext cx="192024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1800" y="1609344"/>
            <a:ext cx="56235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用工具的思想：SDD · Harness · Vibe Coding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2045643"/>
            <a:ext cx="8375904" cy="381435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045643"/>
            <a:ext cx="3657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045643"/>
            <a:ext cx="192024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1800" y="2045643"/>
            <a:ext cx="56235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从交互到自动化：Headless · CI/CD · 事件触发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2481943"/>
            <a:ext cx="8375904" cy="381435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481943"/>
            <a:ext cx="3657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481943"/>
            <a:ext cx="192024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协议与生态层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71800" y="2481943"/>
            <a:ext cx="56235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连接外部世界：MCP（AI 编程的 USB-C）· gh CLI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2918242"/>
            <a:ext cx="8375904" cy="381435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2918242"/>
            <a:ext cx="3657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918242"/>
            <a:ext cx="192024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协作机制层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71800" y="2918242"/>
            <a:ext cx="56235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和一个 AI 团队工作：Subagents · Worktrees · Plan Mode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" y="3354542"/>
            <a:ext cx="8375904" cy="381435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3354542"/>
            <a:ext cx="3657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354542"/>
            <a:ext cx="192024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配置与约束层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71800" y="3354542"/>
            <a:ext cx="56235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守规矩：CLAUDE.md · Skills · Permission/Hooks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84048" y="3790841"/>
            <a:ext cx="8375904" cy="381435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3790841"/>
            <a:ext cx="3657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3790841"/>
            <a:ext cx="192024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971800" y="3790841"/>
            <a:ext cx="56235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把模型变成编程工具：Claude Code · Cursor · SDK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84048" y="4227141"/>
            <a:ext cx="8375904" cy="381435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" y="4227141"/>
            <a:ext cx="3657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4227141"/>
            <a:ext cx="192024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971800" y="4227141"/>
            <a:ext cx="5623560" cy="38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编程的原料：Claude · GPT · Gemini · 开源模型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84048" y="473659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七层不是顺序使用，是同一个任务里同时调用——这种「同时调用」的能力，才是工程感。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62306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623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工具总览 · 下三层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每天打交道的：模型 · 工具 · 配置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底下这三层是你日常直接接触的，也是噪音最大、最容易只停在表面的地方。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591056"/>
            <a:ext cx="8375904" cy="93268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591056"/>
            <a:ext cx="45720" cy="9326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591056"/>
            <a:ext cx="1874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模型层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560320" y="170992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编程的原料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048256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Claude（代码口碑最好）、GPT、Gemini、开源模型。「我用 Claude」讲模型，「我用 Cursor」讲工具，不是一个维度。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8375904" cy="93268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633472"/>
            <a:ext cx="45720" cy="9326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633472"/>
            <a:ext cx="1874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工具层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560320" y="275234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把模型变成编程工具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3090672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内嵌（Cursor）、终端 CLI（Claude Code）、SDK 三种形态。不是替代关系，是按场景配合。噪音最大的一层。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3675888"/>
            <a:ext cx="8375904" cy="93268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675888"/>
            <a:ext cx="45720" cy="9326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675888"/>
            <a:ext cx="1874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配置约束层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560320" y="379476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在你的项目里守规矩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60320" y="4133088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CLAUDE.md、Skills、Permission/Hooks。会不会这一层，决定你是「AI 编程的用户」还是「AI 编程的工程师」。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62306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623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工具总览 · 上四层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真正拉开差距的：协作 · 协议 · 工作流 · 方法论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越往上越少人掌握，但产出杠杆越大——从「一个 AI」到「一套自动化系统」。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64208"/>
            <a:ext cx="4078224" cy="14173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64208"/>
            <a:ext cx="407822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847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0704" y="1847088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协作机制层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" y="226771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Subagents、Worktrees、Plan Mode。不是和一个 AI 工作，是和一个 AI 团队工作。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1728" y="1664208"/>
            <a:ext cx="4078224" cy="14173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1664208"/>
            <a:ext cx="407822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4901184" y="1847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58384" y="1847088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协议与生态层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01184" y="226771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MCP——AI 编程的「USB-C」。一次写好，所有工具都能调用外部系统。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3227832"/>
            <a:ext cx="4078224" cy="14173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227832"/>
            <a:ext cx="407822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34107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0704" y="3410712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504" y="383133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Headless、CI/CD、事件触发。人不在循环里，工作流自己跑。顶级杠杆。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81728" y="3227832"/>
            <a:ext cx="4078224" cy="141732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3227832"/>
            <a:ext cx="4078224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4901184" y="34107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58384" y="3410712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01184" y="383133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+ Harness + Vibe。工具会过时，方法论持久；学方法论是建立长期判断力。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态度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新工具来了，只问三件事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有了七层地图，你不再问「要不要学」，而是先把它定位、再判断要不要投入。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865376"/>
            <a:ext cx="2243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" y="2176272"/>
            <a:ext cx="224332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它属于哪一层？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85216" y="2871216"/>
            <a:ext cx="2243328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999232"/>
            <a:ext cx="224332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先放进七层里定位。大多数「新工具」只是工具层的又一个插件、或配置层的又一种约束。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916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3450336" y="1865376"/>
            <a:ext cx="2243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50336" y="2176272"/>
            <a:ext cx="224332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它解决什么问题？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3450336" y="2871216"/>
            <a:ext cx="2243328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3450336" y="2999232"/>
            <a:ext cx="224332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和这一层现有代表相比，补了什么、好在哪？说不清具体差异，那大概率是营销。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1428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2" name="Text 20"/>
          <p:cNvSpPr/>
          <p:nvPr/>
        </p:nvSpPr>
        <p:spPr>
          <a:xfrm>
            <a:off x="6315456" y="1865376"/>
            <a:ext cx="2243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15456" y="2176272"/>
            <a:ext cx="224332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你现在需要它吗？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315456" y="2871216"/>
            <a:ext cx="2243328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3"/>
          <p:cNvSpPr/>
          <p:nvPr/>
        </p:nvSpPr>
        <p:spPr>
          <a:xfrm>
            <a:off x="6315456" y="2999232"/>
            <a:ext cx="224332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当下场景用不到，它就是负价值——浪费时间、增加焦虑。答案常是「暂时不需要」。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用这三问过滤掉 95% 的工具噪音，只对真正的结构性变化（如 MCP、SDD）保持警觉。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106424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我们用哪些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训练营的工具栈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不贪多、不追新——每一层只选当下最成熟、最能教、你学了能直接用的那一个。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27632"/>
            <a:ext cx="8375904" cy="432816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27632"/>
            <a:ext cx="45720" cy="4328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627632"/>
            <a:ext cx="182880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14600" y="1627632"/>
            <a:ext cx="32918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43600" y="1627632"/>
            <a:ext cx="265176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代码任务口碑最好，作为默认模型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133600"/>
            <a:ext cx="8375904" cy="432816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133600"/>
            <a:ext cx="45720" cy="4328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2133600"/>
            <a:ext cx="182880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14600" y="2133600"/>
            <a:ext cx="32918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Code（辅以 Cursor）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943600" y="2133600"/>
            <a:ext cx="265176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做复杂 Agent 工作流，IDE 做日常编码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2639568"/>
            <a:ext cx="8375904" cy="432816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639568"/>
            <a:ext cx="45720" cy="4328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2639568"/>
            <a:ext cx="182880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配置约束层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514600" y="2639568"/>
            <a:ext cx="32918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· Skills · Hooks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943600" y="2639568"/>
            <a:ext cx="265176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把项目规则与团队约定固化下来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3145536"/>
            <a:ext cx="8375904" cy="432816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145536"/>
            <a:ext cx="45720" cy="4328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" y="3145536"/>
            <a:ext cx="182880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协作机制层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514600" y="3145536"/>
            <a:ext cx="32918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 · Plan Mode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943600" y="3145536"/>
            <a:ext cx="265176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并行隔离 + 动手前先规划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" y="3651504"/>
            <a:ext cx="8375904" cy="432816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651504"/>
            <a:ext cx="45720" cy="4328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" y="3651504"/>
            <a:ext cx="182880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协议生态层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514600" y="3651504"/>
            <a:ext cx="32918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943600" y="3651504"/>
            <a:ext cx="265176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连接数据库、GitHub 等外部系统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4048" y="4157472"/>
            <a:ext cx="8375904" cy="432816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4157472"/>
            <a:ext cx="45720" cy="4328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" y="4157472"/>
            <a:ext cx="182880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方法论层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514600" y="4157472"/>
            <a:ext cx="32918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SDD（Spec-Kit）+ Harness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943600" y="4157472"/>
            <a:ext cx="265176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一个解决「想」，一个解决「做」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在项目里自然用上，不单独教工具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方法论是为了解决问题才存在的。工具会散落在四个项目里，正卡住时用上，立刻就懂。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192938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865376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" y="2176272"/>
            <a:ext cx="15270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SDD 对齐需求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85216" y="2871216"/>
            <a:ext cx="1527048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999232"/>
            <a:ext cx="152704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分布式延时组件，需求复杂——先把 spec 写清楚，让需求和实现对齐。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3288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1682496"/>
            <a:ext cx="192938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2734056" y="1865376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DifyPro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34056" y="2176272"/>
            <a:ext cx="15270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Subagents 并行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2734056" y="2871216"/>
            <a:ext cx="1527048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2734056" y="2999232"/>
            <a:ext cx="152704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十万行陌生代码改造——多个子代理并行读不同模块，主对话不被污染。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8172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1682496"/>
            <a:ext cx="1929384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2" name="Text 20"/>
          <p:cNvSpPr/>
          <p:nvPr/>
        </p:nvSpPr>
        <p:spPr>
          <a:xfrm>
            <a:off x="4882896" y="1865376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2896" y="2176272"/>
            <a:ext cx="15270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Skills 固化约定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4882896" y="2871216"/>
            <a:ext cx="1527048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3"/>
          <p:cNvSpPr/>
          <p:nvPr/>
        </p:nvSpPr>
        <p:spPr>
          <a:xfrm>
            <a:off x="4882896" y="2999232"/>
            <a:ext cx="152704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0→1 自建 Agent OS——把团队约定和可复用能力沉淀成 Skills。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3056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30568" y="1682496"/>
            <a:ext cx="192938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6"/>
          <p:cNvSpPr/>
          <p:nvPr/>
        </p:nvSpPr>
        <p:spPr>
          <a:xfrm>
            <a:off x="7031736" y="1865376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mq9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31736" y="2176272"/>
            <a:ext cx="152704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反推逻辑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7031736" y="2871216"/>
            <a:ext cx="1527048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1" name="Text 29"/>
          <p:cNvSpPr/>
          <p:nvPr/>
        </p:nvSpPr>
        <p:spPr>
          <a:xfrm>
            <a:off x="7031736" y="2999232"/>
            <a:ext cx="152704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开源贡献——让 AI 反推整体逻辑，快速读懂陌生语言的项目。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同一套工具，在四种场景里跑四遍——这才是把工具练成肌肉记忆的方式。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822960"/>
            <a:ext cx="45720" cy="20116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工具是手段，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地图是判断力。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工具会一直换，但「给工具定位、判断要不要学」的能力，AI 越强越值钱。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3200400"/>
            <a:ext cx="8375904" cy="14173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63931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第五节：AI 编程、工作流和企业级大项目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04164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3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从零做一个大项目，是怎样的完整流程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编程和工作流到底是什么关系</a:t>
            </a:r>
            <a:endParaRPr lang="en-US" sz="1050" dirty="0"/>
          </a:p>
          <a:p>
            <a:pPr marL="152400" indent="-152400"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编程、工作流、企业级项目怎么咬合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2026-06-26T06:43:46Z</dcterms:created>
  <dcterms:modified xsi:type="dcterms:W3CDTF">2026-06-26T06:43:46Z</dcterms:modified>
</cp:coreProperties>
</file>