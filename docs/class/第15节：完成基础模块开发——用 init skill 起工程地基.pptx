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280160"/>
            <a:ext cx="45720" cy="237744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24358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第十五节  ·  完成基础模块开发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1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用一个 init skill，</a:t>
            </a:r>
            <a:endParaRPr lang="en-US" sz="3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1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一键起好工程地基。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3246120"/>
            <a:ext cx="4572000" cy="18288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36499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日志、监控、HTTP、API 规范、代码规范、安全检查——一次到位，再进入五大能力开发。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7183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企业级 AI 编程实战营  ·  Week 3  ·  讲思路 + 现场演示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思路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先起地基，再写业务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动手前别急着写五大能力——先把工程地基起稳。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828800"/>
            <a:ext cx="3959352" cy="137160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2121408"/>
            <a:ext cx="3502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先起工程地基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12648" y="2578608"/>
            <a:ext cx="35021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日志 · 监控 · HTTP · API 规范 · 代码规范 · 安全检查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00600" y="1828800"/>
            <a:ext cx="3959352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121408"/>
            <a:ext cx="3502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再写五大能力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29200" y="2578608"/>
            <a:ext cx="35021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· ReAct · Memory · Tool · Web Service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343400" y="1828800"/>
            <a:ext cx="457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84048" y="3520440"/>
            <a:ext cx="8375904" cy="9144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3520440"/>
            <a:ext cx="45720" cy="9144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48456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地基稳，后面每个能力开发才快、才稳。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0080" y="399592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地基不稳，越往后越乱——这一步看着不直接产出业务，却决定了整个项目的工程质量。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地基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工程地基，包含这六块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一次到位，之后所有业务模块都站在它上面。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264566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2645664" cy="457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865376"/>
            <a:ext cx="22799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结构化日志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66928" y="2249424"/>
            <a:ext cx="227990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SLF4J + Logback，生产 JSON 输出 + traceId。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9168" y="1682496"/>
            <a:ext cx="264566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9168" y="1682496"/>
            <a:ext cx="2645664" cy="457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4" name="Text 12"/>
          <p:cNvSpPr/>
          <p:nvPr/>
        </p:nvSpPr>
        <p:spPr>
          <a:xfrm>
            <a:off x="3432048" y="1865376"/>
            <a:ext cx="22799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监控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432048" y="2249424"/>
            <a:ext cx="227990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Actuator + Micrometer + Prometheus，health / metrics。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14288" y="1682496"/>
            <a:ext cx="264566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14288" y="1682496"/>
            <a:ext cx="2645664" cy="457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8" name="Text 16"/>
          <p:cNvSpPr/>
          <p:nvPr/>
        </p:nvSpPr>
        <p:spPr>
          <a:xfrm>
            <a:off x="6297168" y="1865376"/>
            <a:ext cx="22799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Server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297168" y="2249424"/>
            <a:ext cx="227990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MVC + JDK 21 虚拟线程，单机扛高并发。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" y="3200400"/>
            <a:ext cx="264566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200400"/>
            <a:ext cx="2645664" cy="457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383280"/>
            <a:ext cx="22799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规范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66928" y="3767328"/>
            <a:ext cx="227990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springdoc OpenAPI + 统一响应体 + 全局异常/错误码。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9168" y="3200400"/>
            <a:ext cx="264566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9168" y="3200400"/>
            <a:ext cx="2645664" cy="457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6" name="Text 24"/>
          <p:cNvSpPr/>
          <p:nvPr/>
        </p:nvSpPr>
        <p:spPr>
          <a:xfrm>
            <a:off x="3432048" y="3383280"/>
            <a:ext cx="22799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代码规范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432048" y="3767328"/>
            <a:ext cx="227990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格式（Spotless）+ 阿里编码规约（P3C）+ Checkstyle。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14288" y="3200400"/>
            <a:ext cx="264566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14288" y="3200400"/>
            <a:ext cx="2645664" cy="457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0" name="Text 28"/>
          <p:cNvSpPr/>
          <p:nvPr/>
        </p:nvSpPr>
        <p:spPr>
          <a:xfrm>
            <a:off x="6297168" y="3383280"/>
            <a:ext cx="22799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安全检查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297168" y="3767328"/>
            <a:ext cx="227990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SpotBugs + Find Security Bugs + PMD + OWASP 依赖扫描。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4048" y="4736592"/>
            <a:ext cx="8375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六块都是工程地基，和业务无关、每个项目都要——正适合用一个 skill 一次装好。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关键决策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为什么写 OryxOS 自己的 init skill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 skill 起完还得大改——自己的 skill 编排，标准工具落地。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4050792" cy="26974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4050792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" y="1828800"/>
            <a:ext cx="3648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用现成的通用 skill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85216" y="2194560"/>
            <a:ext cx="3648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起完还得大改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" y="2487168"/>
            <a:ext cx="3648456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" y="2596896"/>
            <a:ext cx="3648456" cy="1636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不懂 OryxOS 的 9 模块结构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不懂 constitution 的关键决策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命名 / 目录对不上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起完一堆，还要返工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1682496"/>
            <a:ext cx="4050792" cy="269748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682496"/>
            <a:ext cx="4050792" cy="457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6" name="Text 14"/>
          <p:cNvSpPr/>
          <p:nvPr/>
        </p:nvSpPr>
        <p:spPr>
          <a:xfrm>
            <a:off x="4910328" y="1828800"/>
            <a:ext cx="3648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 OryxOS 自己的 init skill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910328" y="2194560"/>
            <a:ext cx="3648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按你的约定来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10328" y="2487168"/>
            <a:ext cx="3648456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9" name="Text 17"/>
          <p:cNvSpPr/>
          <p:nvPr/>
        </p:nvSpPr>
        <p:spPr>
          <a:xfrm>
            <a:off x="4910328" y="2596896"/>
            <a:ext cx="3648456" cy="1636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模块骨架一次就位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 constitution 对齐（自实现 ReAct…）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内部用业界标准工具落地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 / 社区可长期复用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4535424"/>
            <a:ext cx="8375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顺带一个方法论点：Skill 就是用来固化这种「通用、可重复」的流程的——这正是它的最佳用法。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skill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oryxos-init skill 做什么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 SKILL.md，把工程地基的通用流程固化下来。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755648"/>
            <a:ext cx="1274064" cy="731520"/>
          </a:xfrm>
          <a:prstGeom prst="rect">
            <a:avLst/>
          </a:prstGeom>
          <a:ln w="13970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755648"/>
            <a:ext cx="1200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骨架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628851" y="1755648"/>
            <a:ext cx="292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04416" y="1755648"/>
            <a:ext cx="1274064" cy="731520"/>
          </a:xfrm>
          <a:prstGeom prst="rect">
            <a:avLst/>
          </a:prstGeom>
          <a:ln w="13970">
            <a:solidFill>
              <a:srgbClr val="C9A9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40992" y="1755648"/>
            <a:ext cx="1200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日志·监控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49219" y="1755648"/>
            <a:ext cx="292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24784" y="1755648"/>
            <a:ext cx="1274064" cy="731520"/>
          </a:xfrm>
          <a:prstGeom prst="rect">
            <a:avLst/>
          </a:prstGeom>
          <a:ln w="13970">
            <a:solidFill>
              <a:srgbClr val="C9A9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1360" y="1755648"/>
            <a:ext cx="1200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HTTP·API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69587" y="1755648"/>
            <a:ext cx="292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45152" y="1755648"/>
            <a:ext cx="1274064" cy="731520"/>
          </a:xfrm>
          <a:prstGeom prst="rect">
            <a:avLst/>
          </a:prstGeom>
          <a:ln w="13970">
            <a:solidFill>
              <a:srgbClr val="C9A9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1728" y="1755648"/>
            <a:ext cx="1200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代码规范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889955" y="1755648"/>
            <a:ext cx="292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65520" y="1755648"/>
            <a:ext cx="1274064" cy="731520"/>
          </a:xfrm>
          <a:prstGeom prst="rect">
            <a:avLst/>
          </a:prstGeom>
          <a:ln w="13970">
            <a:solidFill>
              <a:srgbClr val="C9A9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2096" y="1755648"/>
            <a:ext cx="1200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安全检查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0323" y="1755648"/>
            <a:ext cx="292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85888" y="1755648"/>
            <a:ext cx="1274064" cy="731520"/>
          </a:xfrm>
          <a:prstGeom prst="rect">
            <a:avLst/>
          </a:prstGeom>
          <a:ln w="13970">
            <a:solidFill>
              <a:srgbClr val="C9A9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22464" y="1755648"/>
            <a:ext cx="1200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CI·验证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84048" y="2523744"/>
            <a:ext cx="8375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 10 步初始化压成六个阶段，照着一步步跑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4048" y="2798064"/>
            <a:ext cx="4050792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2798064"/>
            <a:ext cx="4050792" cy="457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2944368"/>
            <a:ext cx="3685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规范两层（互补不冲突）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66928" y="3310128"/>
            <a:ext cx="368503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格式：Google（Spotless + google-java-format）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规约：阿里 Java 开发手册（P3C）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冲突以可自动修的 google-java-format 为准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2798064"/>
            <a:ext cx="4050792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2798064"/>
            <a:ext cx="4050792" cy="457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2944368"/>
            <a:ext cx="3685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安全四件套（接入 mvn verify）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892040" y="3310128"/>
            <a:ext cx="368503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SpotBugs + Find Security Bugs（OWASP）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PMD + 阿里 P3C 规则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Dependency-Check（扫 CVE）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84048" y="4315968"/>
            <a:ext cx="8375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分工：skill 负责「装」· constitution 负责「钉死」· CI 负责「强制」· Spec-Kit 之后写业务。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现场演示：把工程地基起好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照着 oryxos-init skill 一步步跑，最后 mvn verify 全绿。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84048" y="1773936"/>
            <a:ext cx="2645664" cy="233172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773936"/>
            <a:ext cx="2645664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956816"/>
            <a:ext cx="2279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249424"/>
            <a:ext cx="227990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 9 模块骨架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66928" y="2926080"/>
            <a:ext cx="2279904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054096"/>
            <a:ext cx="2279904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Maven 多模块 + 父 pom 版本管理 + oryxos-boot 启动模块。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49168" y="1773936"/>
            <a:ext cx="2645664" cy="233172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9168" y="1773936"/>
            <a:ext cx="2645664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6" name="Text 14"/>
          <p:cNvSpPr/>
          <p:nvPr/>
        </p:nvSpPr>
        <p:spPr>
          <a:xfrm>
            <a:off x="3432048" y="1956816"/>
            <a:ext cx="2279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32048" y="2249424"/>
            <a:ext cx="227990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skill 装地基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3432048" y="2926080"/>
            <a:ext cx="2279904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9" name="Text 17"/>
          <p:cNvSpPr/>
          <p:nvPr/>
        </p:nvSpPr>
        <p:spPr>
          <a:xfrm>
            <a:off x="3432048" y="3054096"/>
            <a:ext cx="2279904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日志 / 监控 / HTTP / API / 规范（Google+阿里）/ 安全四件套。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14288" y="1773936"/>
            <a:ext cx="2645664" cy="233172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14288" y="1773936"/>
            <a:ext cx="2645664" cy="457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2" name="Text 20"/>
          <p:cNvSpPr/>
          <p:nvPr/>
        </p:nvSpPr>
        <p:spPr>
          <a:xfrm>
            <a:off x="6297168" y="1956816"/>
            <a:ext cx="2279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97168" y="2249424"/>
            <a:ext cx="227990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mvn verify 全绿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297168" y="2926080"/>
            <a:ext cx="2279904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5" name="Text 23"/>
          <p:cNvSpPr/>
          <p:nvPr/>
        </p:nvSpPr>
        <p:spPr>
          <a:xfrm>
            <a:off x="6297168" y="3054096"/>
            <a:ext cx="2279904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spotless / P3C / SpotBugs / depcheck 全过，起服务跑通。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84048" y="4334256"/>
            <a:ext cx="8375904" cy="45720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334256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验收：/actuator/health 与 /prometheus 正常、/swagger-ui 能打开、规范与安全检查全部生效。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2026-06-30T05:49:49Z</dcterms:created>
  <dcterms:modified xsi:type="dcterms:W3CDTF">2026-06-30T05:49:49Z</dcterms:modified>
</cp:coreProperties>
</file>