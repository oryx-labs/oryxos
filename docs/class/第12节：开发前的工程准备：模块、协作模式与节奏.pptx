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第十二节  ·  开发前的工程准备：模块、协作模式与节奏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技术文档有了，</a:t>
            </a:r>
            <a:endParaRPr lang="en-US" sz="3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 AI 把它做出来。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从看懂文档到动手实现——一套完整、能照着干的施工方案。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2  ·  约 20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施工方案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从技术文档，到代码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评审让你看懂技术方案——这节定「怎么用 AI 编程把它实现」。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28800"/>
            <a:ext cx="1528877" cy="640080"/>
          </a:xfrm>
          <a:prstGeom prst="roundRect">
            <a:avLst>
              <a:gd name="adj" fmla="val 8571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20240"/>
            <a:ext cx="1528877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2121408"/>
            <a:ext cx="14557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用什么模式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95805" y="1828800"/>
            <a:ext cx="1528877" cy="640080"/>
          </a:xfrm>
          <a:prstGeom prst="roundRect">
            <a:avLst>
              <a:gd name="adj" fmla="val 8571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5805" y="1920240"/>
            <a:ext cx="1528877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32381" y="2121408"/>
            <a:ext cx="14557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文档怎么用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07562" y="1828800"/>
            <a:ext cx="1528877" cy="640080"/>
          </a:xfrm>
          <a:prstGeom prst="roundRect">
            <a:avLst>
              <a:gd name="adj" fmla="val 8571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7562" y="1920240"/>
            <a:ext cx="1528877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4138" y="2121408"/>
            <a:ext cx="14557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怎么拆任务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19318" y="1828800"/>
            <a:ext cx="1528877" cy="640080"/>
          </a:xfrm>
          <a:prstGeom prst="roundRect">
            <a:avLst>
              <a:gd name="adj" fmla="val 8571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9318" y="1920240"/>
            <a:ext cx="1528877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5894" y="2121408"/>
            <a:ext cx="14557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怎么和 AI 协作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1075" y="1828800"/>
            <a:ext cx="1528877" cy="640080"/>
          </a:xfrm>
          <a:prstGeom prst="roundRect">
            <a:avLst>
              <a:gd name="adj" fmla="val 8571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1075" y="1920240"/>
            <a:ext cx="1528877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7651" y="2121408"/>
            <a:ext cx="14557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什么节奏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3017520"/>
            <a:ext cx="837590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017520"/>
            <a:ext cx="45720" cy="13716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5" name="Text 23"/>
          <p:cNvSpPr/>
          <p:nvPr/>
        </p:nvSpPr>
        <p:spPr>
          <a:xfrm>
            <a:off x="640080" y="3163824"/>
            <a:ext cx="7955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接下来全是实操，不空谈。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529584"/>
            <a:ext cx="7955280" cy="768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已经有完整的业界调研 + 需求文档 + 技术方案。这一节，就是把这些文档变成一套能照着干的施工方案：用哪种模式、文档怎么喂、任务怎么拆、和 AI 怎么协作、按什么节奏推进。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模块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个 Maven 模块速览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五大核心能力 + 支撑模块——细节在评审课，这里快速对齐。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五大核心能力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011680"/>
            <a:ext cx="1528877" cy="86868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57984"/>
            <a:ext cx="152887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provider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" y="2468880"/>
            <a:ext cx="145572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 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95805" y="2011680"/>
            <a:ext cx="1528877" cy="86868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5805" y="2157984"/>
            <a:ext cx="152887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32381" y="2468880"/>
            <a:ext cx="145572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引擎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7562" y="2011680"/>
            <a:ext cx="1528877" cy="86868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7562" y="2157984"/>
            <a:ext cx="152887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4138" y="2468880"/>
            <a:ext cx="145572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19318" y="2011680"/>
            <a:ext cx="1528877" cy="86868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9318" y="2157984"/>
            <a:ext cx="152887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55894" y="2468880"/>
            <a:ext cx="145572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 + 沙箱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31075" y="2011680"/>
            <a:ext cx="1528877" cy="86868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1075" y="2157984"/>
            <a:ext cx="152887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67651" y="2468880"/>
            <a:ext cx="1455725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对外服务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12724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支撑模块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456432"/>
            <a:ext cx="1929384" cy="731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8444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boot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" y="3877056"/>
            <a:ext cx="1856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启动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3456432"/>
            <a:ext cx="1929384" cy="731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358444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9464" y="3877056"/>
            <a:ext cx="1856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命令行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81728" y="3456432"/>
            <a:ext cx="1929384" cy="731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358444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storage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18304" y="3877056"/>
            <a:ext cx="1856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持久化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30568" y="3456432"/>
            <a:ext cx="1929384" cy="731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0568" y="358444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channel-cli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67144" y="3877056"/>
            <a:ext cx="1856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 渠道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" y="4425696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引擎是 ReAct（core），Provider / Memory / Tool 三块能力供养它，CLI / Web 两个入口对外。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的三种落地模式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 / OpenSpec / 轻量手工——没有最好，只有最合适。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拆任务 + 执行，你写 spec、review。适合 greenfield 中大、需求清晰、新手学方法论。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1376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手动控制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376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OpenSpec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1376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1376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你拆任务、AI 只执行单个；delta-spec 写增量。适合 brownfield 改造、资深、系统级。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627888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轻量手工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888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+ Skill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88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7888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不用 SDD 工具，方案在脑子里跑通，AI 一段段执行。适合熟悉的技术栈、小改动。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三种都该会，按项目类型和你的能力阶段切换用——下一页看 OryxOS 主体为什么选 Spec-Kit。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1274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127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 Spec-Kit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主体，为什么选 Spec-Kit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对照 Spec-Kit 适合的场景，OryxOS 五条全中。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4572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32918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greenfield 从零开发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664208"/>
            <a:ext cx="39776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全新项目，不是改造老代码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21992"/>
            <a:ext cx="4572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32918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medium 规模、模块清晰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221992"/>
            <a:ext cx="39776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个 Maven 模块、五大核心能力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2779776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79776"/>
            <a:ext cx="4572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779776"/>
            <a:ext cx="32918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需求清晰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2779776"/>
            <a:ext cx="39776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已有完整需求文档 + 技术方案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337560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337560"/>
            <a:ext cx="4572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337560"/>
            <a:ext cx="32918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agent 协作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3337560"/>
            <a:ext cx="39776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本来就用 Claude Code 做主体开发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3895344"/>
            <a:ext cx="8375904" cy="46634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895344"/>
            <a:ext cx="45720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895344"/>
            <a:ext cx="32918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方法论场景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3895344"/>
            <a:ext cx="39776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强制 spec 流程，学到工程方法论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553712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结论：主体开发用 Spec-Kit；增量阶段切手动提示词；OpenSpec 作对照，理解 delta 范式。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文档怎么用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已有文档喂给 Spec-Kit，不重写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已有投入不浪费——只是转成 AI 能直接消费的格式。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3108960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2852928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业界调研 + 需求文档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11296" y="1664208"/>
            <a:ext cx="54864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78224" y="1760220"/>
            <a:ext cx="1737360" cy="420624"/>
          </a:xfrm>
          <a:prstGeom prst="roundRect">
            <a:avLst>
              <a:gd name="adj" fmla="val 10870"/>
            </a:avLst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1760220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/specify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15584" y="1664208"/>
            <a:ext cx="50292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18504" y="1664208"/>
            <a:ext cx="2441448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64208"/>
            <a:ext cx="219456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spec.md（5 个 user story）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404872"/>
            <a:ext cx="3108960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404872"/>
            <a:ext cx="2852928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技术方案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11296" y="2404872"/>
            <a:ext cx="54864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78224" y="2500884"/>
            <a:ext cx="1737360" cy="420624"/>
          </a:xfrm>
          <a:prstGeom prst="roundRect">
            <a:avLst>
              <a:gd name="adj" fmla="val 10870"/>
            </a:avLst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2500884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/plan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15584" y="2404872"/>
            <a:ext cx="50292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18504" y="2404872"/>
            <a:ext cx="2441448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404872"/>
            <a:ext cx="219456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plan.md（9 模块+决策）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145536"/>
            <a:ext cx="3108960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145536"/>
            <a:ext cx="2852928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设计目标 + 关键技术决策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11296" y="3145536"/>
            <a:ext cx="54864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078224" y="3241548"/>
            <a:ext cx="1737360" cy="420624"/>
          </a:xfrm>
          <a:prstGeom prst="roundRect">
            <a:avLst>
              <a:gd name="adj" fmla="val 10870"/>
            </a:avLst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3241548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15584" y="3145536"/>
            <a:ext cx="50292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18504" y="3145536"/>
            <a:ext cx="2441448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145536"/>
            <a:ext cx="219456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不可协商的项目原则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" y="3886200"/>
            <a:ext cx="3108960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886200"/>
            <a:ext cx="2852928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需求文档第 13 章 5 个验收 demo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11296" y="3886200"/>
            <a:ext cx="54864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078224" y="3982212"/>
            <a:ext cx="1737360" cy="420624"/>
          </a:xfrm>
          <a:prstGeom prst="roundRect">
            <a:avLst>
              <a:gd name="adj" fmla="val 10870"/>
            </a:avLst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3982212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直接复用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15584" y="3886200"/>
            <a:ext cx="50292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18504" y="3886200"/>
            <a:ext cx="2441448" cy="612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886200"/>
            <a:ext cx="219456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个 US 的验收标准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4608576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关键：喂的必须是最新版文档——模块是 9 个不是 11 个，否则生成的 plan 会按错误结构走偏。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准备阶段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先产出三份 artifacts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一次性把地基备好，后续每个 user story 都有依据。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10512"/>
            <a:ext cx="2670048" cy="16916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56816"/>
            <a:ext cx="267004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21992"/>
            <a:ext cx="259689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260604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项目宪法：非协商原则，所有命令都引用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35808" y="1810512"/>
            <a:ext cx="365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36976" y="1810512"/>
            <a:ext cx="2670048" cy="16916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956816"/>
            <a:ext cx="267004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2221992"/>
            <a:ext cx="259689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把需求转成 5 个 user story 的 spec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88736" y="1810512"/>
            <a:ext cx="365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1810512"/>
            <a:ext cx="2670048" cy="16916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956816"/>
            <a:ext cx="267004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221992"/>
            <a:ext cx="259689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44768" y="2606040"/>
            <a:ext cx="25603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技术栈 + 9 模块职责 + 关键技术决策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3767328"/>
            <a:ext cx="8375904" cy="8412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767328"/>
            <a:ext cx="45720" cy="841248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4" name="Text 22"/>
          <p:cNvSpPr/>
          <p:nvPr/>
        </p:nvSpPr>
        <p:spPr>
          <a:xfrm>
            <a:off x="640080" y="3877056"/>
            <a:ext cx="7955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三份产物放进 .specify/，整个主体开发期间作为依据。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7955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生成后人工 review 必做：别让 AI 把 Memory 合进 Session、把 Tool 拆成多模块、或启用 Spring AI 自动执行。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5214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把最容易写错的，先钉死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 是非协商原则——AI 每次跑都要引用它。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原则一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自实现 ReAct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循环自己写，不用 Spring AI 的 Agent 抽象——核心完全可控。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269748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原则二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Spring AI 只用一半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748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69748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只用 Provider 抽象 + schema 生成，禁用自动 tool 执行，否则 tool 被调两次。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4632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原则三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审计 day one 落库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4632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tool_invocations / llm_calls 核心阶段就写库，不是只写日志。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8" name="Text 26"/>
          <p:cNvSpPr/>
          <p:nvPr/>
        </p:nvSpPr>
        <p:spPr>
          <a:xfrm>
            <a:off x="699516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原则四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五大能力优先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99516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699516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先交付运行时内核，多租户 / SSO 等治理放扩展阶段。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看到 AI 生成的代码违反这几条，立刻让它重读 constitution 改正——这是最容易踩的几个坑。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 user story 拆，不按时间拆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个 US = 五大核心能力，按依赖顺序推进。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737360" cy="13716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585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" y="2642616"/>
            <a:ext cx="162763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 LLM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24328" y="1874520"/>
            <a:ext cx="1737360" cy="13716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22585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2642616"/>
            <a:ext cx="162763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循环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874520"/>
            <a:ext cx="2103120" cy="630936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1874520"/>
            <a:ext cx="2103120" cy="6309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US-3  Memory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45736" y="2615184"/>
            <a:ext cx="2103120" cy="630936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615184"/>
            <a:ext cx="2103120" cy="6309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US-4  Plugin Tool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45736" y="1581912"/>
            <a:ext cx="21031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并行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32904" y="1874520"/>
            <a:ext cx="1737360" cy="13716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2904" y="22585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87768" y="2642616"/>
            <a:ext cx="162763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Web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1874520"/>
            <a:ext cx="38404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61688" y="1874520"/>
            <a:ext cx="38404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48856" y="1874520"/>
            <a:ext cx="38404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048" y="3611880"/>
            <a:ext cx="8375904" cy="8686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611880"/>
            <a:ext cx="45720" cy="868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7" name="Text 25"/>
          <p:cNvSpPr/>
          <p:nvPr/>
        </p:nvSpPr>
        <p:spPr>
          <a:xfrm>
            <a:off x="640080" y="3703320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US-1 / US-2 是基础，US-3 / US-4 互不依赖可并行，US-5 收口对外暴露所有能力。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041648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 的 /tasks 本就按 user story 组织任务——OryxOS 按五大能力拆，正好顺着它的工作方式。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五个 user story 一览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US：核心能力 / 涉及模块 / 对应验收 Demo。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8375904" cy="49377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45920"/>
            <a:ext cx="45720" cy="493776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66928" y="1645920"/>
            <a:ext cx="7772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17373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 LLM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645920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provider · core · boot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21945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（Demo 一前置）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231136"/>
            <a:ext cx="8375904" cy="49377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31136"/>
            <a:ext cx="45720" cy="493776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566928" y="2231136"/>
            <a:ext cx="7772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2231136"/>
            <a:ext cx="17373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循环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231136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 · tool · channel-cli · cli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231136"/>
            <a:ext cx="21945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 一 · 查天气穿衣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2816352"/>
            <a:ext cx="8375904" cy="49377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816352"/>
            <a:ext cx="45720" cy="493776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566928" y="2816352"/>
            <a:ext cx="7772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71600" y="2816352"/>
            <a:ext cx="17373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记忆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816352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816352"/>
            <a:ext cx="21945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 二 · 跨对话记偏好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" y="3401568"/>
            <a:ext cx="8375904" cy="49377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401568"/>
            <a:ext cx="45720" cy="493776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566928" y="3401568"/>
            <a:ext cx="7772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71600" y="3401568"/>
            <a:ext cx="17373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Plugin Tool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401568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 · core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3401568"/>
            <a:ext cx="21945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 三 · 零代码 PR digest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3986784"/>
            <a:ext cx="8375904" cy="493776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986784"/>
            <a:ext cx="45720" cy="493776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4" name="Text 32"/>
          <p:cNvSpPr/>
          <p:nvPr/>
        </p:nvSpPr>
        <p:spPr>
          <a:xfrm>
            <a:off x="566928" y="3986784"/>
            <a:ext cx="7772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US-5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371600" y="3986784"/>
            <a:ext cx="17373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Web Service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3986784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web · storage · cli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3986784"/>
            <a:ext cx="21945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 四 / 五 · REST 集成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user story 完成后都有一个可演示 Demo，对应需求文档第 13 章的五个验收 demo。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协作模式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怎么和 AI 一起跑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 跑起来后，这四条让它不漂、不偏、可回退。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防漂移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US 后跑 analyze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/speckit.analyze 检查 constitution / spec / plan / tasks / 代码是否一致。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69748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纠跑偏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违反宪法就重读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748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69748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生成的代码不符合 constitution，立刻让它重读宪法改正。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4632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防断片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上下文丢失回到 spec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4632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 task 时让 AI 重读 spec.md + plan.md + 最近代码。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699516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可回退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US 一次 commit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99516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699516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 commit 标记每个 user story 完成，随时回到稳定状态。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这四条是 Spec-Kit 主体开发期间的「协作纪律」——AI 负责执行，你负责守住方向。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开发节奏：4 周，每周一组能力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每周 3 小时，每周末有可演示成果——按能力依赖推进。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 LLM + ReAct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搭骨架、Provider、ReAct 循环、HTTP Tool、CLI。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Demo：chat 多轮 + 调 Tool。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69748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+ Tool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748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69748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MEMORY.md、内置 Tool、MCP Client、SKILL.md。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Demo：记偏好 + 调外部 MCP。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4632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Web Service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4632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Spring MVC、6 个 Controller、10 个端点。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Demo：外部系统完整调用。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699516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Week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 Agent + 收尾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99516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699516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 Agent 并存、Session 落库、12 命令、主页。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Demo：多 Agent + 跨重启。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具体时间投入由团队定——本节给的是顺序与节奏的骨架，不是死的时间表。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施工方案有了，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可以动手了。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两阶段模式、喂文档、constitution、按 US 拆、协作纪律、4 周节奏——全部就位。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第十三节：Spec-Kit 实战——原理 + 现场拆解任务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 的原理深讲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现场装好、把 OryxOS 文档喂进去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 specify → plan → tasks，把需求拆成任务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3414</Words>
  <Application>WPS 演示</Application>
  <PresentationFormat>On-screen Show (16:9)</PresentationFormat>
  <Paragraphs>452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3</cp:revision>
  <dcterms:created xsi:type="dcterms:W3CDTF">2026-07-06T15:06:16Z</dcterms:created>
  <dcterms:modified xsi:type="dcterms:W3CDTF">2026-07-06T15:06:16Z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92FC7F45B59F75A708C44B6AB6AB88B3_42</vt:lpwstr>
  </property>
  <property fmtid="{D5CDD505-2E9C-101B-9397-08002B2CF9AE}" pid="3" name="KSOProductBuildVer">
    <vt:lpwstr>2052-12.1.26026.26026</vt:lpwstr>
  </property>
</Properties>
</file>