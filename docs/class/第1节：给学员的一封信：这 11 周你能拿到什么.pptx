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647.000 695.000,'0.019'0.000,"0.030"0.000,0.032 0.000,0.032 0.000,0.029 0.000,0.025 0.000,0.020 0.000,0.015 0.000,0.011 0.000,0.007 0.000,0.005 0.000,0.003 0.000,0.001 0.000,0.000 0.000,-0.001 0.000,-0.000 0.000,-0.001 0.000,-0.001 0.000,-0.002 0.000,-0.000 0.000,0.000 0.000,-0.001 0.000,-0.001 0.000,-0.000 0.000,0.001 0.000,-0.001 0.000,0.000 0.000,0.027 0.000,0.391 0.000,0.328 0.000,0.599 0.000,0.468 0.000,0.140 0.000,0.370 0.000,0.427 0.000,0.446 0.000,1.013 0.000,0.519 0.000,-0.175 0.000,0.371 0.000,1.088 0.000,0.347 0.000,-1.287 0.000,0.209 0.000,1.953 0.000,0.258 0.000,-0.704 0.000,0.154 0.000,2.319 0.000,1.003 0.000,-0.412 0.000,-1.126 0.000,-0.426 0.000,-0.532 0.000,-2.672 0.000,-0.216 0.000,2.505 0.000,-0.480 0.000,-3.409 0.000,-0.124 0.000,1.599 0.000,-0.203 0.000,-0.734 0.000,-0.163 0.000,0.761 0.000,-0.305 0.000,-1.551 0.000,-0.177 0.000,0.510 0.000,-0.310 0.000,-0.596 0.000,-0.254 0.000,-0.234 0.000,0.227 0.000,-0.790 0.000,-0.136 0.000,0.140 0.000,-0.197 0.000,-0.484 0.026,0.098 0.046,-0.110 0.021,0.028 0.049,-0.170 0.001,-0.146-0.012,-0.118-0.017,-0.092-0.021,-0.069-0.020,-0.047-0.018,-0.032-0.016,-0.017-0.014,-0.010-0.009,-0.001-0.009,0.001-0.004,0.005-0.004,0.006-0.002,0.006-0.002,0.005 0.001,0.006-0.001,0.004 0.002,0.003-0.001,0.017 0.002,0.024 0.000,0.026-0.000,0.024 0.001,0.023 0.001,0.019-0.001,0.016 0.001,0.010 0.000,0.010 0.000,0.042 0.000,0.061 0.000,0.066 0.001,-0.067-0.001,0.028 0.000,0.079 0.000,0.028 0.000,-0.105 0.000,-0.016 0.000,0.048 0.000,-0.022 0.000,-0.021 0.000,-0.019 0.000,0.938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633.000 777.000,'0.010'0.000,"0.016"0.000,0.017 0.000,0.017 0.000,0.015 0.000,0.012 0.000,0.011 0.000,0.006 0.000,0.006 0.000,0.004 0.000,0.001 0.000,0.002 0.000,0.000 0.000,0.000 0.000,-0.001 0.000,0.001 0.000,-0.002 0.000,-0.000 0.000,0.000 0.000,-0.001 0.000,0.000 0.000,0.000 0.000,0.000 0.000,0.000 0.000,-0.001 0.000,0.001 0.000,-0.001 0.000,0.001 0.000,-0.001 0.000,0.001 0.000,-0.000 0.000,-0.001 0.000,0.001 0.000,-0.001 0.000,0.001 0.000,-0.000 0.000,-0.001 0.000,0.001 0.000,0.000 0.000,-0.001 0.000,0.001 0.000,-0.000 0.000,-0.001 0.000,0.001 0.000,0.061 0.000,0.134 0.000,0.119 0.000,0.181 0.000,0.531 0.000,0.380 0.000,-0.266 0.000,0.224 0.000,0.788 0.000,0.293 0.000,-0.415 0.000,0.163 0.000,1.326 0.000,0.207 0.000,-1.082 0.000,0.098 0.000,0.557 0.000,0.134 0.000,0.561 0.030,0.043 0.048,-0.468 0.037,-0.014 0.050,-0.018 0.053,-0.020 0.050,1.060 0.176,-0.551-0.014,-0.182-0.005,-0.181 0.002,-0.169 0.004,-0.179-0.022,-0.178-0.040,-1.183-0.131,-0.093 0.001,1.115 0.141,-0.208-0.038,-0.420-0.045,-0.086 0.005,-0.141-0.015,-0.168-0.027,-0.755-0.102,-0.046-0.015,0.759 0.049,-0.092-0.043,-0.643-0.046,-0.057 0.014,0.268 0.043,-0.088-0.002,-0.223-0.027,-0.055-0.012,-0.196-0.027,-0.056-0.011,0.229 0.011,-0.179-0.022,-0.577-0.045,0.326 0.015,-0.100-0.011,-0.101-0.010,-0.015-0.022,-0.125-0.028,-0.100-0.030,-0.074-0.025,-0.052-0.022,-0.036-0.017,-0.022-0.013,-0.010-0.009,-0.004-0.007,0.000-0.003,0.004-0.002,0.005 0.000,0.005-0.001,-0.004-0.002,-0.005-0.009,-0.007-0.009,-0.009-0.010,-0.008-0.009,-0.007-0.007,-0.005-0.006,-0.005-0.004,-0.003-0.003,-0.024-0.021,-0.035-0.083,-0.042-0.098,-0.005 0.048,-0.038-0.067,-0.105-0.366,-0.011-0.165,0.011-0.182,0.026-0.179,-0.041-0.237,0.020 0.039,0.010-0.079,0.042 0.142,0.021-0.028,0.022-0.020,0.023-0.014,-0.033-0.394,-0.027 0.022,0.034 0.433,0.005 0.058,0.011 0.085,0.013 0.100,-0.005-0.143,0.024 0.168,0.035 0.538,-0.016 0.050,-0.061-0.214,-0.008 0.083,0.036 0.226,0.007 0.064,-0.021 0.004,-0.012 0.054,-0.019 0.041,-0.030 0.016,-0.016 0.032,-0.014 0.025,-0.012 0.019,-0.039-0.015,-0.030-0.012,0.031 0.014,0.012-0.022,-0.005-0.026,-0.013-0.026,-0.020-0.027,-0.025-0.023,-0.072-0.049,-0.028 0.028,0.027 0.057,-0.018 0.003,0.006-0.007,0.023-0.009,-0.033-0.034,0.004 0.033,0.068 0.054,0.032 0.000,0.008-0.003,0.023 0.030,0.018 0.036,0.013 0.039,-0.047 0.002,0.029 0.057,0.027 0.050,0.025 0.039,0.022 0.030,0.018 0.023,0.013 0.015,0.013-0.007,-0.031-0.020,-0.039-0.026,-0.044-0.029,-0.029-0.026,-0.075-0.043,-0.017-0.017,-0.071-0.038,-0.414-0.171,-0.224-0.061,0.361 0.163,-0.093-0.019,-0.875-0.289,-0.268-0.089,0.469 0.182,-0.144-0.016,-1.328-0.321,-0.237 0.013,1.099 0.312,-0.103 0.011,-0.475-0.060,-0.152 0.010,-0.139 0.033,-0.125 0.047,-0.522-0.016,-0.085 0.026,2.023 0.251,-2.322-0.258,-0.056 0.028,0.450 0.084,0.004 0.041,-0.017 0.044,-0.028 0.045,-0.474 0.024,0.027 0.048,0.521 0.049,0.075 0.028,-0.311-0.010,0.164-0.025,0.572 0.003,0.169-0.000,-0.157-0.009,0.204 0.011,0.467 0.021,0.126 0.011,-0.125 0.006,0.161 0.014,0.625 0.017,0.137 0.008,-0.549 0.000,0.269 0.010,0.879 0.009,0.074 0.003,-0.150 0.001,0.105 0.003,0.009 0.031,0.098 0.050,0.169 0.013,-0.089 0.057,0.088 0.000,0.278-0.059,0.008 0.017,-0.102 0.082,0.017 0.027,0.019 0.022,0.018 0.015,-0.052 0.077,-0.005 0.033,-0.026 0.046,0.009 0.007,0.011-0.004,0.136-0.140,-0.010 0.010,-0.141 0.147,0.011-0.012,0.024-0.026,0.027-0.031,0.030-0.033,0.036-0.024,0.054-0.037,0.051-0.031,0.048-0.026,0.040-0.022,0.032-0.016,0.025-0.012,0.018-0.007,0.013-0.005,0.007-0.003,0.005-0.001,0.002 0.001,0.000-0.001,0.000 0.010,-0.002 0.009,-0.002 0.012,-0.001 0.010,-0.001 0.010,-0.002 0.008,-0.002 0.007,0.001 0.004,-0.002 0.003,0.007-0.014,0.011-0.003,0.012-0.003,0.012-0.004,0.012-0.002,0.010-0.003,0.009-0.003,0.006-0.002,0.006-0.001,0.003-0.001,0.003-0.001,0.012-0.001,0.013-0.013,0.012-0.013,0.013-0.015,0.011-0.012,0.009-0.011,0.008-0.009,0.005-0.007,0.005-0.005,0.002-0.004,0.002-0.002,-0.016 0.022,-0.021 0.038,-0.026 0.043,-0.025 0.044,-0.024 0.040,-0.019 0.038,-0.017 0.021,-0.015 0.012,0.028-0.003,0.050 0.023,-0.030-0.139,0.006 0.015,0.042 0.191,-0.004 0.081,-0.064-0.270,0.079 0.394,0.036 0.050,-0.007-0.058,0.000 0.006,-0.007 0.021,-0.011 0.032,0.027 0.104,0.028-0.007,-0.016-0.104,-0.005-0.020,0.008 0.054,-0.021-0.033,-0.012-0.101,0.020-0.023,0.006-0.042,-0.002-0.055,0.007 0.011,-0.020-0.030,-0.009 0.006,-0.030-0.047,-0.027-0.044,-0.024-0.040,-0.021-0.035,-0.041-0.478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780.000 771.000,'0.006'0.000,"0.011"0.000,0.010 0.000,0.010 0.000,0.011 0.000,0.006 0.000,0.008 0.000,0.003 0.000,0.004 0.000,0.003 0.000,0.000 0.000,0.002 0.000,-0.001 0.000,0.001 0.000,-0.001 0.000,0.000 0.000,0.000 0.000,-0.001 0.000,0.000 0.000,0.000 0.000,0.000 0.000,0.000 0.000,-0.001 0.000,0.000 0.000,0.001 0.000,-0.001 0.000,0.000 0.000,0.001 0.000,-0.001 0.000,0.001 0.000,-0.001 0.000,0.000 0.000,0.001 0.000,-0.001 0.000,0.001 0.000,-0.001 0.000,0.000 0.000,0.001 0.000,-0.001 0.000,0.001 0.000,-0.001 0.000,0.001 0.000,0.134 0.000,0.055 0.000,0.102 0.000,0.207 0.000,0.163 0.000,0.043 0.024,0.122 0.038,0.288 0.041,0.168 0.014,-0.079 0.014,0.040 0.035,-0.137-0.006,0.033 0.004,0.403 0.072,0.032 0.033,0.013 0.007,-0.001-0.013,-0.192-0.024,-0.004 0.015,-0.025-0.000,-0.038-0.013,0.147 0.034,-0.022 0.016,-0.016-0.006,-0.012-0.021,-0.195-0.054,-0.036-0.026,-0.014-0.005,0.002 0.013,0.173 0.022,0.016-0.012,-0.793-0.116,0.696 0.066,0.016-0.019,0.224 0.020,0.060 0.023,-0.157-0.015,0.019-0.005,0.060 0.013,0.086 0.025,0.103 0.008,0.107-0.003,0.367 0.040,0.108 0.025,-0.242-0.004,-0.016 0.028,0.242 0.046,-0.032-0.015,-0.308-0.033,-0.062 0.010,-0.064 0.017,-0.061 0.022,0.121 0.041,-0.125-0.024,-0.326-0.067,-0.136-0.035,-0.113-0.035,-0.090-0.037,-0.007-0.019,-0.168-0.040,-0.216-0.038,-0.089-0.023,0.033-0.006,-0.136-0.010,-0.118 0.001,-0.100 0.003,-0.079 0.009,-0.060 0.010,-0.045 0.009,-0.029 0.009,-0.020 0.007,0.000 0.003,0.005-0.009,0.010-0.013,0.014-0.014,0.014-0.013,0.013-0.013,0.011-0.009,0.010-0.008,0.007-0.007,0.005-0.003,0.004-0.004,0.003-0.001,0.001-0.002,0.002 0.000,-0.001-0.000,0.000 0.001,-0.036 0.000,0.051 0.001,-0.065 0.000,0.321 0.000,0.132-0.000,0.047 0.000,0.122 0.000,0.248 0.001,0.132 0.000,-0.039-0.001,0.082 0.001,0.072 0.000,0.063 0.000,0.054 0.000,0.044 0.000,0.409 0.037,0.011 0.058,-0.578-0.014,-0.029 0.008,0.183 0.016,0.033-0.002,0.214 0.005,0.012-0.013,0.325 0.001,-0.117-0.020,-0.221-0.024,-0.044-0.014,-0.037-0.012,-0.357-0.010,-0.041-0.007,0.199-0.002,-0.124-0.006,-0.539-0.001,-0.020-0.001,0.170-0.001,0.122-0.003,-0.097 0.001,-0.330 0.001,-0.067 0.000,0.158-0.001,-0.087 0.000,0.783-0.003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339.000 464.000,'0.013'0.000,"0.021"0.000,0.021 0.000,0.023 0.000,0.019 0.000,0.017 0.000,0.012 0.000,0.010 0.000,0.007 0.000,0.005 0.000,0.002 0.000,0.002 0.000,0.001 0.000,-0.001 0.000,0.000 0.000,0.000 0.000,-0.001 0.000,-0.001 0.000,-0.000 0.000,-0.001 0.000,-0.001 0.000,0.001 0.000,-0.001 0.000,0.000 0.000,0.000 0.000,0.000 0.000,0.000 0.000,0.071 0.000,0.185 0.000,0.553 0.000,0.640 0.000,0.466 0.000,0.738 0.000,0.818 0.000,0.835 0.000,1.671 0.000,1.014 0.000,0.001 0.000,0.818 0.000,3.933 0.000,-0.264 0.000,0.558 0.000,0.396 0.000,0.263 0.000,-2.741 0.000,0.189 0.000,3.186 0.000,-0.010 0.000,-0.245 0.000,-0.386 0.000,-0.373 0.000,-0.337 0.000,-2.892 0.000,-0.102 0.000,3.860 0.000,-0.219 0.000,-5.260 0.000,-0.079 0.000,3.494 0.000,-0.445 0.000,-1.638 0.000,-0.495 0.000,2.213 0.000,-1.006 0.000,-1.634 0.000,-0.889 0.000,-0.902 0.000,-3.797 0.000,2.359 0.000,-0.568 0.000,-0.909 0.000,-0.427 0.000,-0.387 0.000,-0.342 0.000,-0.317 0.000,-0.285 0.000,-0.130 0.000,-0.263 0.000,-0.284 0.000,-0.132 0.000,0.684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125.000 619.000,'0.010'0.000,"0.015"0.000,0.017 0.000,0.016 0.000,0.015 0.000,0.012 0.000,0.010 0.000,0.007 0.000,0.005 0.000,0.004 0.000,0.002 0.000,0.001 0.000,0.000 0.000,0.001 0.000,-0.001 0.000,-0.001 0.000,0.000 0.000,0.000 0.000,-0.001 0.000,0.000 0.000,0.000 0.000,-0.001 0.000,0.000 0.000,0.000 0.000,0.000 0.000,-0.000 0.000,0.000 0.000,0.063 0.000,0.134 0.000,0.085 0.000,0.207 0.000,0.789 0.000,0.495 0.000,-0.050 0.000,0.357 0.000,-1.607 0.000,2.983 0.000,0.720 0.000,0.037 0.000,0.491 0.000,1.205 0.000,0.495 0.000,-0.412 0.000,0.287 0.000,0.733 0.000,0.057 0.000,-0.045 0.000,-0.156 0.000,1.136 0.000,0.024 0.000,-1.040 0.000,-0.196 0.000,-0.299 0.000,-0.360 0.000,-0.409 0.000,-0.425 0.000,0.151 0.000,-0.510 0.000,-0.976 0.000,-0.394 0.000,-0.024 0.000,-0.457 0.000,-0.726 0.000,-0.358 0.000,-0.329 0.000,-0.297 0.000,-0.518 0.000,-0.125 0.000,0.067 0.000,-0.197 0.000,0.978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667.000 608.000,'0.019'0.000,"0.027"0.000,0.032 0.000,0.031 0.000,0.027 0.000,0.023 0.000,0.018 0.000,0.014 0.000,0.010 0.000,0.007 0.000,0.003 0.000,0.003 0.000,0.001 0.000,-0.001 0.000,0.000 0.000,-0.001 0.000,-0.001 0.000,0.000 0.000,-0.002 0.000,0.000 0.000,-0.001 0.000,-0.000 0.000,-0.001 0.000,0.001 0.000,0.112 0.000,0.208 0.000,0.435 0.000,0.411 0.000,0.421 0.000,-0.008 0.000,0.378 0.000,0.378 0.000,0.363 0.000,0.356 0.000,0.336 0.000,0.866 0.000,0.342 0.000,-0.318 0.000,0.201 0.000,0.205 0.000,0.198 0.000,0.810 0.000,0.063 0.000,-0.075 0.000,-0.163 0.000,-0.828 0.000,-0.204 0.000,-0.176 0.000,-0.152 0.000,1.119 0.000,-2.268 0.000,-0.076 0.000,0.957 0.000,-0.091 0.000,0.387 0.000,-0.130 0.000,-0.650 0.000,-0.202 0.000,0.160 0.000,-0.273 0.000,-0.574 0.000,-0.182 0.000,-0.179 0.000,-0.169 0.000,0.083 0.000,-0.178 0.000,-0.380 0.000,-0.138 0.000,-0.126 0.000,-0.112 0.000,-0.118 0.000,-0.120 0.000,-0.035 0.000,-0.181 0.000,-0.214 0.000,-0.091 0.000,1.048 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1199.000 608.000,'0.008'0.000,"0.013"0.000,0.013 0.000,0.014 0.000,0.012 0.000,0.010 0.000,0.008 0.000,0.006 0.000,0.003 0.000,0.004 0.000,0.002 0.000,0.000 0.000,0.001 0.000,-0.001 0.000,0.000 0.000,0.000 0.000,-0.000 0.000,-0.001 0.000,-0.000 0.000,-0.001 0.000,0.001 0.000,-0.001 0.000,-0.000 0.000,0.000 0.000,-0.001 0.000,0.001 0.000,0.000 0.000,0.000 0.000,-0.000 0.000,-0.001 0.000,0.001 0.000,-0.000 0.000,0.000 0.000,0.065 0.000,0.150 0.000,0.235 0.000,0.283 0.000,0.547 0.000,0.457 0.000,-0.414 0.000,0.221 0.000,0.612 0.000,0.336 0.000,1.906 0.000,0.661 0.000,-1.289 0.000,0.286 0.000,2.425 0.000,0.446 0.000,-2.678 0.000,0.197 0.000,2.796 0.000,0.365 0.000,-0.670 0.000,0.155 0.000,1.056 0.060,0.063 0.096,-1.920-0.001,-0.089 0.020,2.431 0.128,-0.481 0.050,-2.742-0.085,-0.218 0.023,1.799 0.177,-0.561 0.036,-2.278-0.140,-0.302 0.012,0.664 0.102,-0.437-0.032,-1.183-0.111,-0.227-0.003,0.135 0.030,-0.297-0.030,-0.309-0.038,-0.306-0.016,-0.286-0.001,-0.118 0.017,-0.288-0.030,-0.333-0.058,-0.158-0.029,0.909 0.275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101.000 250.000,'0.008'0.000,"0.013"0.000,0.013 0.000,0.013 0.000,0.013 0.000,0.009 0.000,0.009 0.000,0.005 0.000,0.005 0.000,0.003 0.000,0.001 0.000,0.001 0.000,0.001 0.000,0.000 0.000,-0.001 0.000,0.000 0.000,0.000 0.000,-0.001 0.000,0.000 0.000,-0.001 0.000,0.000 0.000,0.000 0.000,-0.000 0.000,0.000 0.000,0.000 0.000,0.000 0.000,-0.000 0.000,0.000 0.000,0.000 0.000,-0.001 0.000,0.001 0.000,0.000 0.000,0.000 0.000,0.041 0.000,0.112 0.000,0.004 0.000,0.071 0.000,0.324 0.000,0.133 0.000,-0.091 0.000,0.089 0.000,0.405 0.000,0.174 0.000,-0.028 0.000,0.120 0.000,0.351 0.000,0.157 0.000,-0.107 0.000,0.109 0.000,-0.165 0.000,0.084 0.000,0.373 0.000,0.078 0.000,0.057 0.000,-0.557 0.000,0.061 0.000,0.792 0.000,0.153 0.000,0.142 0.000,0.125 0.000,0.525 0.000,0.085 0.000,-0.161 0.000,-0.082 0.000,-0.119 0.000,-0.250 0.000,-0.404-0.018,-0.019-0.031,0.727-0.049,-0.076-0.018,-1.861 0.051,1.740-0.131,-0.191-0.024,-0.508-0.001,-0.172-0.032,0.059-0.074,-0.241-0.039,-0.398 0.013,-0.125-0.027,-0.119 0.000,-0.109 0.017,-0.119 0.006,-0.122-0.003,0.026-0.056,-0.092-0.011,-0.199 0.060,-0.072 0.027,0.017-0.027,-0.078 0.002,-0.161 0.058,-0.084 0.028,-0.084 0.010,-0.079-0.005,0.008-0.100,-0.092 0.022,-0.065 0.028,-0.043 0.032,-0.024 0.031,-0.012 0.026,-0.019 0.027,-0.020 0.029,-0.020 0.024,-0.019 0.022,-0.014 0.016,-0.012 0.012,-0.010 0.008,-0.005 0.006,-0.005 0.004,-0.002 0.001,-0.002 0.001,0.000 0.000,0.000-0.001,-0.000-0.001,0.001 0.000,0.001-0.002,0.000 0.000,0.001-0.001,0.000 0.000,0.001 0.000,-0.001-0.001,0.001 0.000,0.000-0.037,0.000-0.089,0.000-0.106,0.000-0.113,0.000 0.070,0.001-0.257,-0.001-0.113,0.000-0.117,0.000-0.114,0.000-0.107,0.000-0.094,0.000-0.253,0.000-0.077,-0.018 0.036,-0.031 0.012,-0.036 0.032,0.016 0.432,-0.047-0.502,-0.002 0.023,-0.006 0.197,-0.031 0.037,-0.038-0.077,-0.002 0.100,0.006 0.221,-0.024 0.085,-0.067-0.064,0.013 0.173,0.020 0.208,-0.011 0.132,-0.015 0.117,-0.019 0.099,-0.019 0.081,-0.017 0.065,-0.026 0.047,0.062 0.030,-0.019 0.016,0.029 0.009,-0.018 0.006,-0.224 0.019,-0.078 0.005,0.006-0.003,-0.062-0.002,-0.188 0.002,-0.111-0.006,0.147-0.009,-0.072-0.003,-0.411 0.000,-0.148-0.005,0.031-0.004,-0.144-0.003,-0.380-0.002,-0.159-0.002,0.386-0.003,-0.089 0.000,-0.993-0.038,-0.159-0.058,0.546-0.001,-0.036-0.010,0.283-0.005,-0.028-0.029,-0.356-0.041,-0.028-0.007,-0.632-0.040,0.094 0.021,0.425 0.043,0.119 0.027,0.637 0.045,0.050 0.015,-0.455 0.001,0.106 0.020,0.725 0.026,-0.283 0.004,-0.035 0.008,-0.572 0.035,-0.011 0.056,0.254 0.019,-0.025 0.015,-0.283 0.049,0.019 0.045,0.300 0.017,0.029 0.039,0.001 0.018,-0.018-0.001,-0.274 0.046,0.018 0.019,0.315-0.019,0.063 0.021,0.068-0.001,0.069-0.017,-0.150 0.036,0.088 0.005,0.305-0.031,0.092 0.015,0.092-0.006,0.086-0.021,-0.042 0.002,0.140-0.044,0.140-0.017,0.130 0.003,0.178-0.041,0.010 0.005,0.121-0.030,0.053 0.008,0.101 0.000,0.080 0.009,0.080-0.005,0.060-0.005,0.050-0.008,0.039-0.007,0.030-0.010,0.023-0.008,0.015-0.008,-0.011 0.019,-0.007 0.007,-0.012 0.008,-0.013 0.010,-0.014 0.010,-0.013 0.008,-0.011 0.007,-0.010 0.006,-0.003 0.019,0.002 0.022,0.003 0.024,0.004 0.023,0.007 0.020,0.060-0.071,0.018-0.000,0.020-0.002,0.021-0.002,0.005-0.002,-0.003-0.004,-0.010-0.002,-0.016-0.004,-0.011 0.028,0.005 0.021,0.024-0.015,0.011 0.025,0.013 0.024,0.012 0.026,0.014 0.001,0.011-0.017,0.010-0.005,0.009 0.003,0.008 0.020,0.007-0.009,0.005-0.012,0.005-0.013,0.003 0.022,0.002-0.031,0.003-0.035,-0.001-0.032,0.001-0.029,-0.001-0.025,0.000-0.022,0.010-0.004,0.018-0.027,0.019-0.024,0.019-0.020,0.016-0.017,0.015-0.012,0.011-0.008,0.009-0.007,0.007-0.003,0.003-0.002,0.003-0.001,0.002 0.000,0.000 0.000,0.000 0.002,0.000 0.000,-0.012 0.003,-0.008 0.008,-0.011 0.010,-0.010 0.009,-0.008 0.008,-0.008 0.007,-0.005 0.005,-0.006 0.006,-0.003 0.002,-0.003 0.003,-0.001 0.002,-0.001 0.001,-0.001-0.001,0.000 0.002,0.001-0.001,-0.001-0.001,0.010-0.012,0.017-0.016,0.019-0.017,0.019-0.016,0.018-0.016,0.016-0.014,0.014-0.012,0.009-0.008,0.009-0.007,0.005-0.005,0.011 0.011,-0.003 0.018,-0.004 0.024,-0.006 0.023,-0.006 0.022,-0.005 0.019,-0.005 0.016,-0.003 0.011,-0.004 0.010,-0.002 0.006,-0.001 0.005,-0.002 0.002,-0.577-0.542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555.000 259.000,'0.006'0.000,"0.011"0.000,0.010 0.000,0.011 0.000,0.010 0.000,0.008 0.000,0.006 0.000,0.005 0.000,0.003 0.000,0.003 0.000,0.001 0.000,0.001 0.000,0.001 0.000,-0.001 0.000,0.000 0.000,-0.000 0.000,0.000 0.000,-0.001 0.000,0.000 0.000,0.000 0.000,-0.001 0.000,0.000 0.000,0.001 0.000,-0.001 0.000,0.000 0.000,0.000 0.000,0.000 0.000,0.000 0.000,0.000 0.000,0.001 0.000,-0.001 0.000,0.000 0.000,-0.000 0.000,0.000 0.000,0.000 0.000,0.000 0.000,0.001 0.000,-0.001 0.000,0.000 0.000,0.000 0.000,0.000 0.000,-0.012 0.000,0.312 0.000,0.226 0.000,0.168 0.000,0.271 0.000,0.522 0.000,0.381 0.000,0.084 0.000,0.307 0.000,0.274 0.000,0.237 0.000,0.223 0.000,0.202 0.000,0.577 0.000,0.061 0.000,-0.466 0.000,-0.068 0.000,-0.066 0.000,-0.061 0.000,0.114 0.000,-0.221 0.000,-0.251 0.000,-0.363 0.000,0.096 0.000,-0.245 0.000,-0.695 0.000,-0.168 0.000,0.134 0.000,-0.300 0.000,-0.125 0.000,-0.338 0.000,-0.199 0.000,0.101-1.000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885.000 267.000,'0.019'0.000,"0.028"0.000,0.032 0.000,0.031 0.000,0.029 0.000,0.024 0.000,0.019 0.000,0.015 0.000,0.011 0.000,0.007 0.000,0.006 0.000,0.001 0.000,0.002 0.000,0.000 0.000,0.000 0.000,-0.001 0.000,-0.001 0.000,-0.002 0.000,0.000 0.000,-0.000 0.000,-0.002 0.000,0.000 0.000,0.000 0.000,0.027 0.000,0.143 0.000,0.448 0.000,0.383 0.000,-0.312 0.000,0.233 0.000,1.735 0.000,0.965 0.000,-0.664 0.000,0.577 0.000,3.629 0.000,0.999 0.000,-2.746 0.000,0.384 0.000,0.448 0.000,0.482 0.000,1.559 0.000,0.426 0.000,0.135 0.000,-0.081 0.000,-0.229 0.000,-2.249 0.000,0.046 0.000,1.212 0.000,0.116 0.000,2.254 0.000,-0.277 0.000,-0.505 0.000,-0.633 0.000,-1.458 0.000,-0.432 0.000,-3.504 0.000,3.679 0.000,-0.656 0.000,-0.704 0.000,-0.692 0.000,-1.061 0.000,-0.451 0.000,-0.438 0.000,-0.405 0.000,-0.136 0.000,-0.399 0.000,-0.517 0.000,-0.253 0.000,-0.219 0.000,-0.182 0.000,-0.125 0.000,-0.154 0.000,-0.125 0.000,-0.101 0.000,-0.042-0.002,-0.131-0.003,-0.104-0.003,-0.079-0.003,-0.056-0.003,-0.038-0.002,-0.023-0.002,-0.012-0.001,-0.005-0.002,-0.000-0.000,0.004-0.001,0.005 0.001,0.005-0.001,0.005 0.000,0.005 0.000,0.004 0.000,0.003 0.000,0.003 0.001,0.000-0.001,0.003 0.001,-0.001 0.000,0.001-0.001,0.001 0.001,-0.001 0.000,0.000-0.001,-0.000 0.001,0.000 0.000,-0.001 0.000,0.001-0.001,-0.001 0.001,0.001 0.000,-0.001 0.000,-0.000-0.001,0.000 0.001,0.000 0.000,0.001-0.001,-0.001 0.001,0.000 0.000,0.000 0.000,0.000-0.001,0.000 0.001,0.001 0.000,-0.001 0.000,0.000-0.001,0.000 0.001,0.000 0.000,0.000-0.001,-0.156-0.051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208.000 387.000,'0.010'0.000,"0.014"0.000,0.016 0.000,0.017 0.000,0.015 0.000,0.011 0.000,0.011 0.000,0.007 0.000,0.005 0.000,0.004 0.000,0.003 0.000,0.001 0.000,0.000 0.000,0.001 0.000,-0.001 0.000,0.000 0.000,-0.001 0.000,0.000 0.000,0.000 0.000,-0.001 0.000,-0.001 0.000,0.001 0.000,-0.001 0.000,0.000 0.000,0.000 0.000,-0.000 0.000,0.000 0.000,0.000 0.000,0.000 0.000,0.000 0.000,-0.000 0.000,0.000 0.000,0.000 0.000,0.000 0.000,0.001 0.000,-0.001 0.000,0.060 0.000,0.149 0.000,0.210 0.000,0.242 0.000,0.589 0.000,0.337 0.000,-0.320 0.000,0.235 0.000,0.574 0.000,0.330 0.000,0.730 0.000,0.355 0.000,-0.121 0.000,0.294 0.000,0.268 0.000,0.234 0.000,0.226 0.000,0.207 0.000,-1.100 0.000,0.084 0.000,1.387 0.000,0.084 0.000,1.445 0.000,0.053 0.000,-2.683 0.000,0.026 0.000,2.137 0.000,0.052 0.000,-0.035 0.000,-0.093 0.000,-0.798 0.000,-0.124 0.000,0.522 0.000,-0.121 0.000,-1.302 0.018,-0.025 0.031,1.193 0.049,-0.064 0.018,-0.716 0.015,-0.139 0.037,0.377 0.075,-0.207 0.050,-1.199-0.054,-0.156-0.001,1.045 0.083,-0.448-0.035,-1.715-0.117,-0.126 0.006,1.097 0.120,-0.263-0.021,-1.243-0.122,0.425 0.027,-0.115-0.025,-0.130-0.025,-0.129-0.025,0.082-0.015,-0.105-0.023,-0.252-0.024,-0.042-0.014,-0.026-0.010,-0.012-0.009,0.168-0.007,-0.002-0.006,0.165-0.004,-0.015-0.003,-0.675 0.004,0.008 0.000,0.542-0.002,0.025 0.000,-0.138 0.002,0.050 0.001,0.233 0.000,0.020 0.002,-0.170 0.000,0.038 0.002,0.044 0.000,0.050 0.001,0.274 0.000,0.043 0.001,-0.199 0.000,0.024 0.000,0.027 0.000,0.024 0.000,-0.472 0.001,0.002-0.001,0.241 0.000,-0.002 0.000,0.974 0.001,-0.040-0.001,-1.213 0.000,-0.025 0.001,0.423-0.001,-0.034 0.000,0.382 0.000,-0.080 0.000,-0.468 0.000,-0.045 0.000,-0.217 0.000,-0.012 0.000,0.338 0.000,-0.061 0.000,-0.235 0.000,-0.059 0.000,0.199 0.000,-0.152 0.000,-0.589 0.000,-0.051 0.000,0.336 0.000,-0.119 0.000,-0.083 0.000,-0.177 0.000,-0.222-0.018,-0.063-0.031,-0.045-0.036,0.003-0.056,-0.086-0.007,-0.078 0.008,-0.067 0.019,-0.054 0.021,-0.042 0.022,-0.029 0.020,-0.022 0.018,-0.013 0.013,-0.007 0.012,-0.003 0.007,-0.001 0.006,0.001 0.004,0.002 0.001,0.003 0.001,0.003 0.001,0.002-0.001,0.001-0.001,0.003 0.000,0.000 0.000,0.002-0.002,0.000 0.000,0.000 0.000,0.001 0.000,-0.001-0.001,0.001 0.000,0.000 0.000,-0.001 0.000,0.001 0.000,-0.001-0.001,0.000 0.001,0.001 0.000,-0.001 0.000,0.000 0.000,0.000 0.000,0.001 0.000,-0.001 0.000,0.000 0.000,0.000 0.000,0.000 0.000,0.000 0.000,0.000 0.000,0.001 0.000,-0.001 0.000,0.000 0.000,0.000 0.000,0.000 0.000,-0.103-0.030,-0.188-0.048,-3.342-0.814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584.000 387.000,'0.012'0.000,"0.018"0.000,0.020 0.000,0.019 0.000,0.018 0.000,0.014 0.000,0.012 0.000,0.008 0.000,0.007 0.000,0.003 0.000,0.003 0.000,0.001 0.000,0.000 0.000,0.001 0.000,-0.001 0.000,-0.001 0.000,0.000 0.000,0.000 0.000,-0.002 0.000,0.001 0.000,-0.001 0.000,0.000 0.000,-0.001 0.000,0.001 0.000,0.000 0.000,-0.001 0.000,-0.000 0.000,0.001 0.000,-0.001 0.000,0.001 0.000,-0.001 0.000,0.001 0.000,-0.001 0.000,0.001 0.000,0.000 0.000,-0.001 0.000,0.001 0.000,-0.001 0.000,0.003 0.000,0.112 0.000,0.634 0.000,0.620 0.000,0.138 0.000,0.562 0.000,2.861 0.000,1.273 0.000,-2.566 0.000,0.397 0.000,0.626 0.000,2.524 0.000,0.600 0.000,0.430 0.000,0.290 0.000,2.509 0.000,0.066 0.000,-3.423 0.000,0.001 0.000,2.266 0.000,-0.064 0.000,-1.332 0.000,-0.284 0.000,0.798 0.000,-0.773 0.000,-0.836 0.000,-4.372 0.000,3.881 0.000,-0.196 0.000,-1.006 0.000,-0.258 0.000,0.281 0.000,-0.485 0.000,-1.045 0.000,-0.451 0.000,-0.434 0.000,-0.403 0.000,-0.385 0.000,-0.353 0.000,-0.106 0.000,-0.343 0.000,-0.434 0.000,-0.108 0.000,-0.276 0.000,-0.221 0.000,-0.169 0.000,-0.082-0.001,-0.203-0.001,-0.161-0.001,-0.123-0.002,-0.088-0.001,-0.058-0.001,-0.036-0.001,-0.020-0.000,-0.007-0.001,0.000 0.000,0.005 0.000,0.007 0.000,0.009 0.000,0.007-0.001,0.007 0.001,0.006-0.000,0.005 0.000,0.003 0.000,0.002 0.000,0.002-0.001,0.001 0.001,0.000 0.000,0.001 0.000,-0.001 0.000,0.001-0.000,-0.001 0.000,0.000 0.000,-0.001 0.000,0.001 0.000,-0.001 0.000,-0.000 0.000,0.000 0.000,0.000-0.000,-0.000 0.000,0.000 0.000,0.000 0.000,-0.000 0.000,0.000 0.000,0.000 0.000,-0.000 0.000,0.000-0.000,-0.001 0.000,0.001 0.000,0.000 0.000,0.000 0.000,0.000 0.000,-0.000 0.000,0.000-0.000,0.000 0.000,-0.000 0.000,0.000 0.000,0.000 0.000,-0.000 0.000,0.000 0.000,0.000 0.000,-0.000-0.000,0.000 0.000,0.000 0.000,-0.000 0.000,0.000 0.000,0.000 0.000,0.000 0.000,0.000 0.000,0.000-0.000,-0.001 0.000,0.001 0.000,0.000 0.000,0.000 0.000,-0.000 0.000,0.000 0.000,0.000 0.000,-0.000-0.000,0.000 0.000,0.000 0.000,-0.000 0.000,0.000 0.000,0.000 0.000,0.000 0.000,0.000 0.000,0.000-0.000,0.000 0.000,0.000 0.000,0.000 0.000,0.000 0.000,0.000 0.000,0.000 0.000,-0.001 0.000,0.001-0.000,0.000 0.000,0.000 0.000,-0.000 0.000,0.000 0.000,0.000 0.000,-0.000 0.000,0.000-0.000,0.000 0.000,0.000 0.000,0.000 0.000,0.000 0.000,0.000 0.000,0.000 0.000,0.000 0.000,0.000-0.000,0.000 0.000,0.000 0.000,0.000 0.000,-0.000 0.000,0.000 0.000,0.000 0.000,-0.001 0.000,0.001-0.000,-0.108-0.022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194.000 470.000,'0.009'0.000,"0.015"0.000,0.015 0.000,0.015 0.000,0.015 0.000,0.011 0.000,0.009 0.000,0.007 0.000,0.005 0.000,0.004 0.000,0.002 0.000,0.001 0.000,0.001 0.000,-0.001 0.000,0.000 0.000,0.000 0.000,-0.001 0.000,0.000 0.000,-0.001 0.000,0.000 0.000,0.000 0.000,-0.001 0.000,0.001 0.000,-0.001 0.000,-0.000 0.000,0.001 0.000,-0.001 0.000,0.000 0.000,0.000 0.000,0.000 0.000,0.000 0.000,0.001 0.000,-0.001 0.000,-0.000 0.000,0.000 0.000,0.001 0.000,-0.001 0.000,0.000 0.000,0.003 0.000,0.090 0.000,0.211 0.000,0.209 0.000,0.951 0.000,0.490 0.000,-0.062 0.000,0.332 0.000,-0.303 0.000,0.248 0.000,0.285 0.000,0.302 0.000,1.842 0.000,0.417 0.000,-1.941 0.000,0.144 0.000,2.690 0.000,0.268 0.000,-0.508 0.000,0.097 0.000,-0.048 0.000,-0.140 0.000,0.685 0.074,-0.067 0.078,-0.138 0.076,-0.786 0.033,-0.169 0.051,-0.724 0.003,-0.128 0.034,0.320 0.084,-0.283 0.031,-3.429-0.361,3.147 0.377,-0.305 0.014,-0.672-0.072,-0.230-0.031,0.043 0.027,-0.334-0.010,-0.544-0.070,-0.231-0.033,-0.228-0.015,-0.214-0.000,-0.194-0.015,-0.172-0.022,-0.058-0.004,-0.154-0.040,-0.091-0.024,-0.161-0.044,-0.139-0.040,-0.112-0.031,-0.087-0.026,-0.066-0.020,-0.047-0.014,-0.030-0.011,-0.019-0.005,-0.009-0.005,-0.003-0.009,-0.006-0.014,-0.002-0.013,-0.001-0.012,0.000-0.012,0.000-0.009,0.000-0.007,0.002-0.007,0.000-0.003,0.002-0.003,0.000-0.001,0.000-0.002,0.002 0.000,-0.001 0.000,0.001 0.001,0.000 0.000,0.000 0.000,0.000-0.000,-0.000 0.001,0.001 0.001,0.004-0.012,0.017-0.032,0.020-0.039,0.020-0.040,0.018-0.038,-0.018 0.014,-0.004-0.032,0.034-0.103,0.011-0.012,0.016 0.003,0.016 0.012,-0.010 0.034,-0.014 0.031,-0.020 0.030,-0.024 0.030,-0.023 0.028,-0.021 0.023,-0.020 0.020,-0.008-0.003,-0.009 0.022,-0.005 0.018,0.001 0.015,0.001 0.011,0.002 0.008,0.004 0.005,0.003 0.004,0.003 0.001,0.002 0.002,0.002-0.001,0.002 0.000,0.001-0.001,0.000-0.000,0.001-0.001,0.000 0.000,0.001-0.002,-0.001 0.001,0.000-0.001,0.021 0.003,0.040-0.012,0.047-0.014,0.047-0.013,0.045-0.015,-0.035 0.031,0.059-0.026,0.262-0.131,0.125-0.057,-0.046 0.017,0.013-0.019,-0.008-0.013,-0.034-0.011,-0.069 0.020,0.001-0.025,0.302-0.224,-0.028 0.045,-0.306 0.213,-0.013 0.003,0.033-0.027,-0.048 0.029,-0.057 0.015,-0.059 0.001,0.014-0.075,-0.072 0.028,-0.055 0.036,-0.042 0.035,-0.030 0.036,-0.020 0.029,-0.013 0.027,-0.012-0.008,-0.022-0.008,-0.022-0.014,-0.020-0.019,-0.016-0.018,-0.013-0.018,-0.010 0.014,-0.006-0.013,-0.004-0.011,-0.002 0.167,-0.002-0.270,-0.002-0.057,0.001 0.065,0.000-0.024,-0.001-0.108,-0.000-0.066,0.002 0.177,0.000-0.015,0.000-0.247,0.000-0.012,0.000 0.079,0.001 0.006,0.000 0.033,0.001 0.049,-0.001-0.017,0.001 0.032,0.000 0.017,0.000 0.033,0.000 0.030,0.000 0.113,0.000 0.000,0.000-0.196,0.000-0.010,-0.029 0.060,-0.049-0.055,0.000 0.140,-0.031-0.039,-0.122-0.244,-0.097-0.115,-0.169-0.215,-0.116-0.082,0.039 0.189,-0.125-0.060,-0.549-0.495,-0.177-0.030,0.350 0.428,-0.090-0.024,-0.294-0.173,-0.117-0.005,-0.297-0.114,-0.046 0.078,-0.036 0.098,-0.026 0.107,0.204 0.225,-0.021 0.117,-0.451-0.037,0.054 0.113,1.755 0.524,-1.409-0.299,-0.069 0.076,-0.186 0.052,0.024 0.072,0.059 0.063,0.096 0.056,-0.328 0.033,-0.074 0.035,0.188 0.048,-0.092 0.055,-0.149 0.058,-0.181 0.061,-0.600 0.095,-0.269 0.062,0.235 0.003,-0.120 0.036,-0.070 0.007,-0.031-0.012,-0.932 0.089,-0.025-0.001,1.318-0.157,-0.030-0.023,-0.513 0.004,-0.070-0.041,0.029-0.039,0.097-0.039,-0.263-0.023,0.229-0.039,0.571-0.038,0.147-0.021,-0.144-0.047,0.234-0.066,-0.129-0.056,0.741 0.009,0.171-0.005,0.167-0.022,0.158-0.032,-0.026-0.041,0.164-0.001,0.141 0.013,0.120 0.020,0.214 0.039,0.057 0.021,0.063 0.019,0.065 0.020,0.040 0.016,0.020 0.017,-0.065 0.009,0.047 0.015,0.130 0.010,0.038 0.007,-0.009 0.005,0.088 0.004,0.064 0.003,0.044 0.002,-0.033 0.002,0.046-0.001,0.038-0.001,0.038 0.000,0.041-0.003,0.037 0.000,0.031-0.002,0.024-0.001,-0.437 0.998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467.000 486.000,'0.012'0.000,"0.017"0.000,0.020 0.000,0.019 0.000,0.017 0.000,0.014 0.000,0.012 0.000,0.008 0.000,0.006 0.000,0.003 0.000,0.004 0.000,0.000 0.000,0.001 0.000,0.000 0.000,-0.001 0.000,0.000 0.000,-0.001 0.000,0.000 0.000,-0.001 0.000,-0.000 0.000,0.000 0.000,-0.001 0.000,0.000 0.000,0.000 0.000,0.000 0.000,0.000 0.000,0.000 0.000,-0.000 0.000,0.000 0.000,0.000 0.000,0.000 0.000,0.020 0.000,0.117 0.000,0.218 0.000,0.186 0.000,0.177 0.000,-0.083 0.000,0.160 0.000,0.435 0.000,0.307 0.000,0.933 0.000,0.334 0.000,0.646 0.000,0.199 0.000,-0.664 0.000,0.107 0.000,0.114 0.000,0.111 0.000,-0.349 0.000,0.093 0.000,1.531 0.000,0.017 0.000,-1.480 0.000,-0.052 0.000,0.397 0.000,-0.072 0.000,-0.100 0.000,-0.115 0.000,-0.143 0.000,-0.206 0.000,-0.238 0.000,0.023 0.000,-0.319 0.000,-0.509 0.000,-0.213 0.000,-0.185 0.000,-0.157 0.000,-0.022 0.000,-0.181 0.000,-0.281 0.000,-0.150 0.000,-0.117 0.000,-0.090 0.000,-2.177 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622.000 485.000,'0.013'0.000,"0.018"0.000,0.023 0.000,0.020 0.000,0.018 0.000,0.017 0.000,0.012 0.000,0.010 0.000,0.006 0.000,0.005 0.000,0.003 0.000,0.002 0.000,-0.000 0.000,0.000 0.000,0.000 0.000,-0.001 0.000,-0.000 0.000,-0.001 0.000,-0.001 0.000,0.000 0.000,-0.001 0.000,0.026 0.000,0.108 0.000,0.158 0.000,0.186 0.000,0.329 0.000,0.231 0.000,0.031 0.000,0.153 0.000,0.163 0.000,0.160 0.000,0.436 0.000,0.202 0.000,-0.164 0.000,0.058 0.000,0.348 0.000,0.042 0.000,-0.271 0.000,0.019 0.000,0.263 0.000,-0.090 0.000,-0.377 0.000,-0.099 0.000,-0.121 0.000,-0.129 0.000,-0.084 0.000,0.248 0.000,-0.225 0.000,-0.499 0.000,-0.143 0.000,-0.153 0.000,-0.154 0.000,-0.057 0.000,-0.120 0.000,-2.237 0.000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758.000 482.000,'0.012'0.000,"0.018"0.000,0.021 0.000,0.020 0.000,0.017 0.000,0.016 0.000,0.011 0.000,0.009 0.000,0.006 0.000,0.005 0.000,0.002 0.000,0.002 0.000,0.000 0.000,0.001 0.000,-0.002 0.000,0.000 0.000,0.000 0.000,-0.001 0.000,-0.001 0.000,0.001 0.000,-0.002 0.000,0.001 0.000,-0.001 0.000,0.000 0.000,0.000 0.000,0.000 0.000,0.000 0.000,0.000 0.000,-0.000 0.000,0.000 0.000,0.000 0.000,0.000 0.000,0.000 0.000,0.001 0.000,-0.001 0.000,0.000 0.000,0.000 0.000,0.166 0.000,0.252 0.000,-0.142 0.000,0.156 0.000,0.791 0.000,0.530 0.000,0.545 0.000,0.521 0.000,0.951 0.000,0.515 0.000,-1.107 0.000,0.261 0.000,0.903 0.000,0.374 0.000,-0.342 0.000,0.269 0.000,2.585 0.000,0.281 0.000,-3.036 0.000,0.053 0.000,3.322 0.037,-0.009 0.057,-2.502 0.005,-0.099 0.039,-0.779 0.024,2.182 0.150,-0.304 0.028,-0.997-0.016,-0.267 0.024,0.840 0.089,-0.518-0.032,-1.914-0.127,-0.212 0.002,0.657 0.068,-0.308-0.029,-0.986-0.095,-0.106-0.025,1.266 0.048,-0.325-0.062,-1.752-0.099,-0.099-0.016,0.658 0.006,-0.233-0.026,-0.445-0.020,-0.202-0.014,-0.193-0.009,-0.176-0.007,-0.084-0.007,-0.218-0.004,-0.230-0.000,-0.100-0.001,0.036-0.004,-0.124 0.002,-0.094 0.001,-0.063 0.003,-0.748-0.007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372.000 855.000,'0.015'0.000,"0.024"0.000,0.025 0.000,0.026 0.000,0.022 0.000,0.019 0.000,0.015 0.000,0.012 0.000,0.008 0.000,0.006 0.000,0.003 0.000,0.002 0.000,0.000 0.000,0.001 0.000,-0.001 0.000,-0.001 0.000,0.000 0.000,-0.001 0.000,-0.001 0.000,0.000 0.000,-0.001 0.000,0.000 0.000,-0.001 0.000,0.001 0.000,-0.001 0.000,0.000 0.000,0.001 0.000,-0.001 0.000,-0.000 0.000,-0.064 0.000,0.399 0.000,0.324 0.000,0.704 0.000,0.673 0.000,0.364 0.000,0.664 0.000,0.629 0.000,0.570 0.000,1.193 0.000,0.483 0.000,0.162 0.000,0.346 0.000,0.294 0.000,0.258 0.000,0.601 0.000,0.440 0.000,0.372 0.000,0.310 0.000,0.224 0.000,0.155 0.000,1.223 0.000,-0.107 0.000,-1.346 0.000,-0.211 0.000,-0.306 0.000,-0.361 0.000,0.447 0.000,-0.663 0.000,-1.376 0.000,-0.425 0.000,1.200 0.000,-1.229 0.000,-0.578 0.000,-1.069 0.000,-0.415 0.000,0.010 0.000,-0.459 0.000,-0.138 0.037,-0.489 0.057,-1.102-0.013,-0.168 0.008,0.424 0.044,-0.282-0.007,-0.693-0.043,-0.127-0.009,-0.231-0.017,-0.073-0.006,0.271 0.017,-0.209-0.017,0.451 0.005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106.000 531.000,'0.016'0.000,"0.023"0.000,0.027 0.000,0.026 0.000,0.025 0.000,0.019 0.000,0.016 0.000,0.013 0.000,0.009 0.000,0.006 0.000,0.005 0.000,0.001 0.000,0.001 0.000,0.001 0.000,-0.001 0.000,-0.001 0.000,-0.001 0.000,0.000 0.000,-0.001 0.000,-0.001 0.000,0.000 0.000,-0.000 0.000,-0.001 0.000,0.000 0.000,-0.001 0.000,0.001 0.000,0.000 0.000,-0.001 0.000,0.001 0.000,0.000 0.000,-0.001 0.000,0.001 0.000,0.000 0.000,0.038 0.000,0.146 0.000,0.303 0.000,0.283 0.000,0.119 0.000,0.227 0.000,0.242 0.000,0.241 0.000,0.572 0.000,0.335 0.000,-0.011 0.000,0.314 0.000,0.271 0.000,0.229 0.000,0.162 0.000,0.109 0.000,0.611 0.000,0.105 0.000,0.071 0.000,0.045 0.000,-1.042 0.018,-0.018 0.031,1.136 0.079,0.164 0.066,1.054 0.136,-0.492 0.007,-0.079 0.007,-0.160 0.014,-0.209 0.017,-1.218-0.071,-0.080 0.016,0.414 0.061,-0.128 0.010,-0.134 0.004,0.148 0.031,1.195 0.147,0.085 0.020,-2.106-0.235,0.014 0.006,2.724 0.329,-0.098-0.001,-1.710-0.198,-0.125-0.006,-0.179-0.004,-0.211-0.003,-0.613-0.078,-0.160-0.029,0.884 0.090,-0.316-0.079,-0.905-0.128,-0.237-0.048,-0.226-0.045,-0.111-0.039,-0.144-0.033,-0.158-0.029,-0.441-0.028,0.399-0.009,-0.198-0.018,-0.288-0.011,-0.128-0.008,-0.132-0.004,-0.130-0.002,-0.100-0.002,-0.072 0.001,0.026-0.021,-0.123-0.020,-0.105-0.022,-0.088-0.024,-0.068-0.020,-0.051-0.017,-0.036-0.014,-0.023-0.011,-0.014-0.008,-0.007-0.006,-0.002-0.002,0.008 0.006,0.001-0.067,-0.004-0.204,0.005-0.073,0.022 0.224,0.025-0.015,0.056-0.224,0.023-0.073,0.000 0.091,0.031-0.051,0.172-0.352,0.090-0.183,-0.001-0.047,-0.178 0.520,0.008-0.014,0.149-0.366,0.029-0.030,0.128-0.257,0.021 0.011,-0.219 0.481,-0.023 0.003,0.031-0.122,-0.004-0.007,-0.017 0.013,-0.029 0.031,-0.010 0.016,0.002 0.005,0.054-0.220,-0.037 0.004,-0.046 0.009,-0.049 0.047,-0.046 0.070,-0.036 0.241,0.015 0.046,0.042-0.067,-0.009 0.118,-0.063 0.227,-0.010 0.028,0.025-0.119,-0.028 0.078,-0.025 0.074,-0.022 0.068,-0.018 0.057,-0.014 0.046,-0.010 0.036,-0.008 0.025,-0.004 0.017,-0.003 0.012,-0.002 0.007,-0.000 0.002,0.000 0.001,-0.025-0.011,-0.043-0.040,-0.052-0.047,-0.057-0.051,-0.039-0.057,-0.048-0.084,-0.121-0.187,-0.096-0.155,-0.044-0.044,-0.116-0.121,-0.206-0.286,-0.094-0.172,0.030 0.047,-0.083-0.083,-0.057-0.066,-0.039-0.051,0.000-0.013,0.029 0.012,0.280 0.398,0.004 0.040,-0.613-0.754,0.101 0.134,0.629 0.805,0.034 0.052,-0.061-0.066,0.037 0.063,-0.099-0.104,0.104 0.138,0.134 0.171,0.046 0.066,0.019 0.047,0.044 0.083,0.039 0.076,0.034 0.072,0.027 0.036,0.023 0.009,0.017-0.009,0.013-0.022,-0.050-0.017,-0.064 0.014,-0.023-0.003,-0.075-0.057,-0.186-0.100,-0.138-0.048,-0.106-0.037,-0.077-0.025,0.301 0.161,-0.028-0.009,-0.416-0.205,-0.038-0.014,0.626 0.312,-0.753-0.371,-0.046-0.022,0.139 0.068,0.001 0.001,0.011 0.028,0.016 0.047,-0.121 0.008,0.033 0.079,0.144 0.110,-0.014 0.058,-0.146 0.037,0.012 0.059,0.134 0.058,-0.022 0.032,-0.033 0.026,-0.038 0.022,-0.203-0.013,-0.040-0.034,-0.055-0.023,0.034-0.007,0.052 0.000,0.789 0.059,-0.977-0.044,-0.149 0.011,0.081-0.007,-0.119-0.030,-0.119-0.016,-0.111-0.005,-0.126-0.023,-0.129-0.030,0.514 0.038,-0.065-0.003,-0.708-0.068,-0.045-0.028,-0.387-0.071,-0.044-0.037,0.335 0.012,0.009-0.027,0.328 0.027,-0.028-0.021,-1.072-0.195,0.036-0.023,0.444 0.081,0.127 0.046,0.447 0.096,0.135 0.049,0.383 0.077,0.090 0.036,-0.831-0.026,0.215 0.072,0.940 0.076,0.031 0.021,-0.155 0.013,0.063 0.018,0.023 0.013,-0.007 0.010,-0.575 0.013,0.046 0.008,0.594-0.006,0.027 0.000,0.347-0.005,-0.028 0.000,-0.046-0.001,-0.464 0.025,-0.052 0.037,-0.055 0.024,-0.052 0.012,-0.281 0.017,-0.039-0.004,0.238-0.021,0.022-0.012,0.030-0.011,0.035-0.012,-0.171-0.007,0.056-0.013,0.258-0.015,0.039-0.008,0.056-0.007,0.065-0.005,-0.098-0.005,0.090-0.004,0.120-0.003,0.130-0.002,0.238-0.001,0.096 0.000,0.087 0.000,0.075 0.000,0.020-0.001,0.117 0.002,0.077-0.001,0.096 0.001,0.077 0.001,0.059 0.000,0.044 0.001,0.010 0.000,0.032 0.001,0.023 0.000,0.014 0.000,0.009 0.000,0.003 0.000,0.001 0.000,-0.001 0.000,-0.003 0.001,-0.002-0.001,-0.003 0.000,-0.002 0.000,-0.002 0.000,-0.019 0.017,-0.034 0.027,-0.038 0.028,-0.036 0.030,-0.034 0.026,0.094-0.025,-0.022 0.030,-0.110 0.065,-0.038 0.008,-0.032 0.023,-0.027 0.031,0.139-0.084,-0.013-0.003,-0.001 0.020,-0.204 0.120,-0.057-0.003,0.038-0.027,-0.017 0.016,-0.155 0.106,0.006 0.028,0.223-0.137,0.006-0.015,-0.063 0.034,0.006 0.005,-0.089 0.055,-0.037 0.018,0.069-0.053,0.009-0.022,0.018-0.031,-0.007 0.011,-0.074 0.060,0.008 0.024,0.105-0.048,0.049-0.019,0.035-0.030,0.022-0.033,-0.066 0.021,0.049-0.032,0.049-0.023,0.046-0.017,0.041-0.010,0.022-0.005,0.045-0.023,0.037-0.023,0.032-0.022,0.025-0.018,0.018-0.015,0.013-0.012,0.009-0.009,0.004-0.006,0.003-0.003,0.001-0.003,0.000-0.001,-0.002-0.001,-0.001 0.001,-0.001 0.001,-0.002 0.000,-0.001 0.000,-0.001 0.002,-0.006 0.003,-0.039 0.019,-0.047 0.024,-0.049 0.025,-0.035-0.007,-0.077 0.001,-0.109 0.016,-0.126 0.031,-0.283 0.099,-0.057 0.054,0.347-0.110,-0.047 0.022,-0.045 0.036,-0.307 0.128,-0.056 0.010,-0.179 0.064,-0.019 0.011,0.138-0.069,0.007-0.032,0.032-0.016,0.049-0.005,-0.051 0.018,0.085-0.040,0.177-0.051,0.064 0.000,0.007 0.020,0.113-0.030,0.074-0.025,0.091-0.044,0.075-0.041,0.057-0.040,0.033-0.018,0.079-0.026,0.069-0.017,0.059-0.009,0.046-0.004,0.035 0.000,0.024 0.002,0.017 0.003,0.010 0.003,0.005 0.004,0.001 0.002,0.001 0.004,-0.003 0.001,-0.001 0.002,-0.004 0.001,-0.001 0.001,-0.003 0.001,-0.001-0.001,-0.002 0.001,-0.001 0.000,0.000 0.000,-0.001-0.001,0.000 0.001,-0.001-0.001,0.001 0.000,-0.001 0.001,0.001-0.001,-0.005 0.004,-0.005 0.014,-0.004 0.016,-0.006 0.015,-0.003 0.015,-0.005 0.012,-0.002 0.011,-0.004 0.008,-0.001 0.005,-0.001 0.006,-0.001 0.002,-0.001-0.014,0.000 0.030,0.001 0.037,-0.001 0.039,0.000 0.020,-0.000 0.035,0.000 0.082,0.001 0.033,-0.001-0.052,0.001-0.021,0.023-0.008,0.040 0.000,0.039 0.053,0.015 0.012,-0.010-0.039,-0.003 0.012,0.033 0.066,0.037 0.013,-0.009-0.045,0.000 0.009,0.015 0.008,0.027 0.009,0.139 0.233,0.051 0.063,-0.182-0.340,-0.006 0.006,0.096 0.176,0.086 0.146,-0.024-0.059,-0.131-0.231,-0.023-0.016,0.102 0.224,0.006-0.030,-0.026-0.053,-0.041-0.060,-0.048-0.062,-0.048-0.054,-0.038-0.066,-0.031-0.066,-0.023-0.062,-0.016-0.051,-0.011-0.043,-0.006-0.031,-0.003-0.024,-0.002-0.016,0.001-0.010,0.002-0.006,0.001-0.002,0.001 0.000,0.003-0.000,0.000 0.003,0.002 0.001,0.001 0.002,0.000 0.003,0.001 0.000,-0.000 0.002,0.000 0.001,0.000 0.000,0.001 0.001,-0.001 0.000,0.000 0.001,0.000-0.001,0.005 0.005,0.006 0.006,0.009 0.010,0.008 0.007,0.007 0.007,0.007 0.007,0.004 0.004,0.004 0.004,0.003 0.003,0.002 0.002,0.001 0.001,0.001 0.001,0.000-0.000,-0.000 0.000,-0.001-0.001,0.001 0.001,-0.001-0.001,0.000 0.000,-0.000 0.000,0.000 0.000,-0.001-0.001,-0.017 0.011,-0.009 0.032,-0.012 0.040,-0.010 0.041,-0.011 0.040,0.019 0.020,0.042 0.038,0.051 0.091,0.006-0.002,-0.009-0.018,-0.017-0.028,-0.023-0.030,-0.021-0.036,-0.021-0.050,-0.019-0.046,-0.016-0.041,-0.011-0.035,-0.009-0.027,-0.006-0.021,-0.003-0.013,-0.003-0.010,0.000-0.006,-0.001-0.002,0.001-0.002,0.000 0.001,0.001 0.001,0.001 0.002,-0.000-0.000,0.001 0.003,0.000 0.000,0.000 0.001,0.001 0.001,0.000 0.001,0.000 0.000,0.000 0.001,0.000-0.001,0.001 0.001,-0.001-0.001,0.000 0.001,0.000-0.001,0.000 0.001,0.000-0.001,0.000 0.001,0.000-0.001,0.000 0.000,0.000 0.001,0.000-0.001,0.000 0.000,0.000 0.000,0.000 0.001,0.000-0.001,0.000 0.017,0.000 0.038,0.000 0.045,0.000 0.046,0.000 0.045,0.000 0.009,0.000 0.019,0.000 0.010,0.000 0.005,0.000 0.017,0.000-0.014,0.000-0.021,0.000-0.020,0.000-0.022,0.000-0.019,0.000-0.018,0.002-0.001,0.004-0.028,0.004-0.026,0.004-0.023,0.003-0.019,0.003-0.015,0.002-0.011,0.002-0.008,0.001-0.005,0.002-0.003,-0.001-0.001,0.001-0.001,0.000 0.000,0.000 0.001,0.001 0.001,-0.002 0.000,0.001 0.001,0.000 0.001,0.000 0.001,-0.001 0.000,0.000 0.000,0.001 0.000,-0.001 0.001,0.001 0.000,-0.001 0.000,0.000-0.001,-0.000 0.001,0.001 0.000,-0.001 0.000,0.000-0.001,0.001 0.001,-0.001 0.000,0.000-0.001,0.001 0.001,-0.001 0.000,0.000-0.001,0.000 0.001,0.001 0.000,0.019 0.040,0.037 0.071,0.040 0.083,-0.013-0.003,0.003 0.044,0.009 0.088,-0.010 0.044,-0.015-0.073,0.022 0.021,0.054 0.109,0.003-0.025,0.027 0.077,-0.026-0.015,-0.030-0.057,-0.027-0.069,-0.025-0.074,-0.021-0.069,-0.017-0.061,-0.013-0.051,-0.008-0.041,-0.007-0.029,-0.004-0.022,-0.002-0.014,-0.001-0.008,0.000-0.005,0.000-0.001,0.001 0.000,0.002 0.002,0.000 0.002,0.000 0.002,0.002 0.002,-0.001 0.002,0.002 0.001,-0.001 0.002,0.001 0.001,0.000 0.000,0.000 0.001,-0.000 0.000,0.000 0.000,0.000 0.000,-0.000 0.000,-0.001 0.001,0.001-0.001,-0.000 0.000,0.000 0.000,0.000 0.000,0.000-0.001,-0.001 0.001,0.001 0.000,0.004-0.003,0.005-0.003,0.008-0.005,0.006-0.003,0.006-0.004,0.006-0.003,0.004-0.003,0.002-0.001,0.003-0.002,0.002-0.001,0.001-0.001,0.000 0.001,0.001-0.001,-0.001 0.000,0.000-0.000,0.001 0.001,-0.001-0.001,-0.001 0.001,0.001-0.001,0.000 0.001,-0.001 0.000,0.000 0.000,0.000 0.000,0.000 0.000,0.000 0.000,0.000 0.000,-0.000 0.000,-0.813-1.000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106.000 529.000,'0.001'0.000,"0.001"-0.001,0.002 0.000,0.002-0.001,0.001-0.001,0.001 0.001,-0.000-0.001,0.002 0.000,-0.000-0.001,0.000 0.001,0.001-0.001,0.000 0.001,-0.001-0.001,0.001 0.001,0.000-0.001,-0.001 0.001,0.001-0.001,-0.001 0.001,0.001-0.001,-0.001 0.001,0.001-0.001,-0.001 0.001,0.000-0.001,0.001 0.001,-0.001-0.001,0.001 0.001,-0.001-0.001,0.000 0.001,0.001-0.001,-0.001 0.001,0.000-0.001,0.001 0.001,-0.001 0.000,0.001-0.001,-0.001 0.001,0.000-0.001,0.001 0.001,-0.001-0.001,0.000 0.001,0.001-0.001,-0.001 0.001,0.001-0.001,-0.001 0.001,0.000-0.001,0.001 0.001,-0.001 0.000,0.001-0.001,-0.001 0.001,0.000-0.001,0.001 0.001,-0.001-0.001,0.000 0.001,0.001-0.001,-0.001 0.001,0.001-0.001,-0.001 0.001,-0.000 0.000,0.001-0.001,-0.001 0.001,0.000-0.001,0.001 0.001,-0.001-0.001,0.001 0.001,-0.001-0.001,-0.000 0.001,0.001-0.001,-0.001 0.001,0.001-0.001,-0.001 0.001,0.000-0.000,0.001-0.001,-0.001 0.001,-0.000-0.001,0.001 0.001,-0.001-0.001,0.001 0.001,-0.001-0.001,0.000 0.001,0.001-0.001,-0.001 0.001,0.000 0.000,0.001-0.001,-0.001 0.001,0.001-0.001,-0.001 0.001,0.000-0.001,0.001 0.001,-0.001-0.001,0.001 0.001,-0.001-0.001,0.000 0.001,0.001-0.001,-0.001 0.001,0.000 0.000,0.001-0.001,-0.001 0.001,0.001-0.001,-0.001 0.001,0.000-0.001,0.001 0.001,-0.001-0.001,0.000 0.001,0.001-0.001,-0.001 0.001,0.001-0.001,-0.001 0.001,0.000 0.000,0.001-0.001,-0.001 0.001,0.001-0.001,-0.001 0.001,-0.000-0.001,0.001 0.001,-0.001-0.001,0.000 0.001,0.001-0.001,-0.001 0.001,0.001-0.001,-0.001 0.001,-0.000-0.000,0.001-0.001,-0.001 0.001,0.000-0.001,0.001 0.001,-0.001-0.001,0.001 0.001,-0.001-0.001,0.000 0.001,0.001-0.001,-0.001 0.001,0.001-0.001,-0.001 0.001,0.000 0.000,0.001-0.001,-0.001 0.001,0.000-0.001,0.001 0.001,-0.001-0.001,0.001 0.001,-0.001-0.001,0.000 0.001,0.001-0.001,-0.001 0.001,0.000-0.001,0.001 0.001,-0.001 0.000,0.001-0.001,-0.001 0.001,0.000-0.001,0.001 0.001,-0.001-0.001,0.000 0.001,0.001-0.001,-0.001 0.001,0.001-0.001,-0.001 0.001,0.000-0.001,0.001 0.001,-0.001-0.000,0.001-0.001,-0.001 0.001,0.000-0.001,0.001 0.001,-0.001-0.001,0.000 0.001,0.001-0.001,-0.001 0.001,0.001-0.001,-0.001 0.001,0.000-0.001,0.001 0.001,-0.001 0.000,0.000-0.001,0.001 0.001,-0.001-0.001,0.001 0.001,-0.001-0.001,-0.000 0.001,0.001-0.001,-0.001 0.001,0.001-0.001,-0.001 0.001,0.000-0.001,0.001 0.001,-0.001 0.000,-0.000-0.001,0.001 0.001,-0.001-0.001,0.001 0.001,-0.001-0.001,0.000 0.001,0.001-0.001,-0.001 0.001,-0.000-0.001,0.001 0.001,-0.001-0.001,0.001 0.001,-0.001-0.000,0.000-0.001,0.001 0.001,-0.001-0.001,0.001 0.001,-0.001-0.001,0.000 0.001,0.001-0.001,-0.001 0.001,0.000-0.001,0.001 0.001,-0.001-0.000,0.001-0.001,-0.001 0.001,0.000-0.001,0.001 0.001,-0.001-0.001,0.000 0.001,0.001-0.001,-0.001 0.001,0.001-0.001,-0.001 0.001,0.000-0.001,0.001 0.001,-0.001 0.000,0.001-0.001,-0.001 0.001,-0.000-0.001,0.001 0.001,-0.001-0.001,0.000 0.001,0.001-0.001,-0.001 0.001,0.001-0.001,-0.001 0.001,-0.000 0.000,0.001-0.001,-0.001 0.001,0.000-0.001,0.001 0.001,-0.001-0.001,0.001 0.001,-0.001-0.001,-0.000 0.001,0.001-0.001,-0.001 0.001,0.001-0.001,-0.001 0.001,0.000 0.000,0.001-0.001,-0.001 0.001,0.000-0.001,0.001 0.001,-0.001-0.001,0.001 0.001,-0.001-0.001,0.000 0.001,0.001-0.001,-0.001 0.001,0.000-0.001,0.001 0.001,-0.001-0.000,0.001-0.001,-0.001 0.001,0.000-0.001,0.001 0.001,-0.001-0.001,0.000 0.001,0.001-0.001,-0.001 0.001,0.001-0.001,-0.001 0.001,0.000-0.000,0.001-0.001,-0.001 0.001,0.001-0.001,-0.001 0.001,0.000-0.001,0.001 0.001,-0.001-0.001,0.000 0.001,0.001-0.001,-0.001 0.001,0.001-0.001,-0.001 0.001,0.000 0.000,0.001-0.001,-0.001 0.001,0.000-0.001,0.001 0.001,-0.001-0.001,0.001 0.001,-0.976 0.991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873.000 653.000,'0.006'0.000,"0.009"0.000,0.010 0.000,0.010 0.000,0.009 0.000,0.007 0.000,0.007 0.000,0.004 0.000,0.003 0.000,0.003 0.000,0.001 0.000,0.001 0.000,0.000 0.000,-0.000 0.000,0.001 0.000,-0.002 0.000,0.001 0.000,-0.001 0.000,0.000 0.000,0.000 0.000,-0.001 0.000,0.001 0.000,-0.001 0.000,-0.000 0.000,0.000 0.000,0.000 0.000,0.001 0.000,-0.001 0.000,0.000 0.000,0.000 0.000,0.000 0.000,0.000 0.000,0.000 0.000,0.001 0.000,-0.001 0.000,0.000 0.000,0.000 0.000,0.000 0.000,0.000 0.000,0.001 0.000,-0.001 0.000,0.000 0.000,0.000 0.000,0.000 0.000,0.104 0.000,0.187 0.000,0.253 0.000,0.286 0.000,0.859 0.000,0.615 0.000,0.476 0.000,-0.663 0.000,0.209 0.000,1.984 0.000,0.428 0.000,-2.102 0.000,0.125 0.000,2.319 0.000,0.265 0.000,-1.537 0.000,0.123 0.000,2.050 0.000,0.211 0.000,-1.821 0.000,0.099 0.000,0.790 0.000,0.109 0.000,0.104 0.000,0.096 0.000,2.097 0.000,-0.343 0.000,-3.510 0.013,-0.117 0.024,0.022 0.017,1.915 0.084,-0.118 0.060,-0.757 0.001,-0.137 0.006,-0.129-0.004,-0.119-0.013,-0.129 0.006,-0.130 0.018,0.364 0.030,-0.168-0.011,-0.665-0.043,-0.185-0.022,0.243-0.007,-0.179-0.029,-0.547-0.037,-0.130-0.019,-0.113 0.006,-0.095 0.024,0.242 0.028,-0.093 0.003,-0.384 0.003,-0.045 0.031,-0.030 0.013,-0.016 0.002,-0.029 0.015,-0.037 0.025,0.236 0.039,-0.068-0.011,-0.311-0.044,-0.011-0.022,0.592 0.009,-0.613-0.041,-0.098 0.016,0.165 0.026,-0.073-0.010,-0.059-0.018,-0.043-0.021,-0.470-0.046,0.001-0.016,0.475 0.003,0.017-0.021,-0.222-0.021,0.012-0.013,0.016-0.010,0.018-0.008,0.043-0.030,0.056-0.045,0.011-0.045,-0.023-0.042,-0.047-0.039,-0.006-0.042,0.023-0.044,-0.472 0.045,0.023-0.025,0.308-0.079,0.071-0.033,0.919-0.216,0.018-0.034,-0.615 0.139,-0.071 0.033,-0.119 0.029,-0.147 0.024,-0.161 0.021,-0.491 0.096,-0.047-0.003,-0.015-0.021,0.331-0.137,-0.081-0.032,0.078-0.088,-0.094-0.016,-0.373 0.103,-0.070-0.036,0.044-0.107,-0.085-0.020,-0.079-0.008,-0.070 0.001,0.013-0.071,-0.067 0.018,-0.144 0.095,-0.074 0.019,-0.052 0.038,-0.032 0.055,-0.041 0.036,-0.045 0.025,0.010-0.080,-0.072 0.053,-0.066 0.052,-0.053 0.050,-0.042 0.042,-0.026 0.030,-0.013 0.046,-0.003 0.041,0.002 0.034,0.007 0.025,0.008 0.020,0.009 0.014,0.007 0.008,0.007 0.006,0.006 0.002,0.003 0.001,0.004-0.001,0.002 0.000,0.002-0.002,0.000-0.002,0.000-0.001,0.001-0.001,-0.001-0.001,0.001-0.001,-0.001-0.000,0.000-0.001,0.000-0.000,-0.001 0.000,0.081-0.082,0.123-0.122,0.125-0.125,0.175-0.175,-0.026 0.026,0.085-0.086,-0.118 0.120,0.133-0.134,0.028-0.028,0.251-0.222,0.039 0.010,-0.088 0.077,0.021-0.047,-0.005-0.018,-0.023 0.007,0.097-0.111,-0.009-0.001,-0.135 0.134,-0.036 0.034,-0.063 0.039,-0.079 0.042,0.000-0.042,-0.064 0.054,-0.130 0.145,-0.067 0.072,-0.066 0.053,-0.064 0.036,-0.035 0.012,-0.035 0.035,-0.022 0.032,-0.011 0.028,0.001-0.008,-0.025 0.039,-0.028 0.038,-0.026 0.033,-0.023 0.029,-0.020 0.024,-0.016 0.017,-0.013 0.014,-0.009-0.019,-0.008-0.027,-0.005-0.034,-0.003-0.034,-0.001-0.035,0.002 0.109,0.001-0.019,-0.001-0.114,0.000-0.018,0.000-0.010,0.001-0.000,0.001-0.076,-0.000 0.018,0.001 0.022,0.001 0.025,0.000 0.023,0.001 0.042,-0.001 0.040,0.002 0.036,-0.001 0.031,0.000 0.024,0.000 0.019,0.000 0.013,0.001 0.009,-0.015 0.008,-0.021-0.033,-0.026-0.043,-0.029-0.045,-0.052-0.096,-0.053-0.096,-0.044-0.009,-0.084-0.042,-0.067-0.056,-0.053-0.061,-0.064-0.065,-0.069-0.060,-0.159-0.163,-0.076-0.056,0.042 0.069,-0.046-0.030,-0.383-0.385,-0.030-0.006,0.546 0.602,-0.032 0.021,-0.429-0.285,-0.041 0.056,0.253 0.236,-0.009 0.032,-0.285-0.128,0.002 0.048,0.149 0.136,0.011 0.068,-0.211-0.049,0.093 0.052,0.389 0.182,0.019 0.037,-0.102-0.015,0.000 0.009,-0.303-0.041,0.086 0.066,-0.017 0.039,0.055 0.044,0.032 0.034,0.041 0.032,-0.189 0.019,0.327 0.023,-0.041-0.018,-0.219-0.026,-0.108-0.005,-0.092 0.002,-0.074 0.006,-0.215-0.001,0.004 0.015,0.184 0.022,0.001 0.012,-0.005-0.012,-0.007-0.030,-0.368-0.050,0.011-0.004,0.564 0.049,0.030 0.007,-0.517-0.024,-0.031 0.020,0.366 0.033,0.033 0.012,0.340 0.021,-0.007 0.006,-0.891-0.007,-0.005 0.016,1.543 0.016,-1.317-0.005,-0.028 0.005,-0.039 0.004,-0.042 0.003,-0.042 0.000,-0.038 0.002,0.407-0.001,-0.003-0.000,-0.238 0.000,-0.037 0.000,-0.062-0.001,-0.078 0.000,-0.281 0.000,0.005-0.001,0.247-0.001,0.002 0.000,-0.004-0.023,-0.007-0.040,-0.011-0.026,-0.011-0.013,-0.499-0.033,0.019 0.004,0.761 0.027,0.033-0.022,-0.440-0.058,0.015-0.003,0.213 0.027,-0.042 0.013,-0.278 0.001,-0.023 0.023,0.213 0.030,-0.045 0.018,-0.624-0.069,0.234-0.002,0.005-0.004,0.509 0.038,-0.056 0.007,-1.302-0.037,-0.098 0.026,1.179 0.034,-0.071-0.020,-0.082-0.012,-0.086-0.005,-0.885-0.063,-0.180-0.038,0.285-0.009,-0.086-0.038,-0.964-0.087,-0.079 0.013,1.274 0.099,-0.045-0.010,-1.454-0.106,-0.051 0.028,1.377 0.119,-0.025 0.023,-0.998-0.044,-0.039-0.009,0.957 0.058,0.002 0.010,-1.428-0.046,0.083 0.035,0.174 0.035,0.219 0.033,0.787 0.042,0.001 0.018,-0.375 0.011,0.119 0.015,-0.212 0.012,0.246 0.011,0.258 0.007,2.742-0.001,-2.501 0.006,0.006 0.001,0.365-0.000,-0.001 0.001,-0.363 0.000,0.002-0.001,0.364-0.001,-0.002-0.001,-0.010-0.001,-0.015 0.000,0.005-0.002,0.020 0.001,-0.316-0.002,0.062 0.000,0.426 0.000,0.089-0.001,0.090 0.001,0.087-0.001,-0.168-0.001,0.151 0.001,-0.088 0.000,0.176-0.001,0.158 0.001,0.847 0.000,-0.002 0.000,-0.666-0.001,0.018 0.001,0.039 0.000,0.052 0.000,0.085 0.000,0.104 0.000,0.594 0.000,0.016 0.000,-0.553 0.000,0.064 0.000,0.077 0.000,0.534 0.000,-0.770 0.000,0.072 0.000,0.499 0.000,0.045 0.000,0.294 0.000,0.010 0.000,-0.649 0.000,0.044 0.000,0.296 0.000,0.034 0.000,0.380 0.000,0.025 0.000,-0.278 0.000,0.063 0.000,0.233 0.000,0.034 0.000,-0.200 0.000,0.061 0.000,0.451 0.000,-0.269 0.000,0.043 0.000,0.019 0.000,0.048 0.000,0.044 0.000,0.040 0.000,-0.024 0.005,0.085 0.006,0.081 0.008,0.071 0.008,0.059 0.007,0.047 0.006,0.036 0.004,0.025 0.004,0.017 0.002,0.011 0.003,0.005 0.000,0.001 0.001,0.001 0.000,-0.002 0.000,-0.003 0.001,-0.002-0.002,-0.003 0.001,-0.002-0.001,-0.001 0.001,-0.002-0.001,-0.002 0.000,0.000-0.001,0.000 0.001,-0.001 0.000,-0.001-0.001,0.001 0.001,0.000 0.000,0.000-0.001,0.000 0.001,0.000-0.001,0.000 0.001,-0.000 0.000,0.000-0.001,0.000 0.001,0.001-0.001,-0.001 0.001,0.000 0.000,0.001-0.001,0.021 0.005,0.041 0.016,0.048 0.019,0.049 0.020,0.046 0.019,-0.055-0.021,0.120 0.117,0.052 0.094,0.157 0.236,0.044 0.130,-0.135-0.153,0.044 0.056,0.216 0.263,0.079 0.071,-0.008-0.013,0.090 0.115,0.322 0.420,0.060 0.107,-0.466-0.597,0.037 0.032,0.501 0.613,0.085 0.104,-0.102-0.144,0.047 0.029,0.219 0.221,0.033-0.004,-0.160-0.217,0.015-0.017,-0.010-0.038,-0.027-0.053,0.127 0.110,-0.063-0.088,-0.240-0.236,-0.090-0.063,-0.092-0.078,-0.092-0.085,0.008 0.022,-0.099-0.108,-0.165-0.185,-0.058-0.068,0.046 0.047,-0.094-0.079,-0.132-0.107,-0.119-0.085,-0.099-0.080,-0.083-0.082,-0.064-0.073,-0.047-0.057,-0.030-0.045,-0.019-0.034,-0.010-0.022,-0.004-0.015,-0.001-0.008,0.004-0.004,0.003-0.000,0.005 0.000,0.004 0.003,-0.005 0.168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1494.000 477.000,'0.008'0.000,"0.014"0.000,0.013 0.000,0.014 0.000,0.013 0.000,0.011 0.000,0.007 0.000,0.008 0.000,0.003 0.000,0.004 0.000,0.002 0.000,0.000 0.000,0.002 0.000,-0.001 0.000,-0.001 0.000,0.001 0.000,-0.001 0.000,-0.001 0.000,0.001 0.000,-0.001 0.000,-0.001 0.000,0.001 0.000,-0.001 0.000,-0.000 0.000,0.001 0.000,-0.001 0.000,0.000 0.000,0.000 0.000,0.000 0.000,0.001 0.000,-0.001 0.000,0.000 0.000,0.000 0.000,0.000 0.000,0.001 0.000,-0.001 0.000,0.000 0.000,0.000 0.000,0.001 0.000,-0.001 0.000,0.000 0.000,0.000 0.000,0.102 0.000,0.158 0.000,0.181 0.000,0.171-0.037,0.227-0.057,-0.171-0.005,0.127-0.039,0.693-0.145,0.267-0.071,-0.448 0.079,0.120-0.030,0.671-0.133,0.208-0.036,-0.409 0.090,0.148-0.015,0.443-0.071,0.070-0.001,0.020 0.004,-0.651 0.118,0.038-0.003,0.418-0.068,0.076-0.009,0.790-0.138,-0.040-0.007,0.164-0.027,-0.311 0.067,-1.379 0.230,-0.097 0.009,0.437-0.075,-0.162 0.035,-0.184 0.041,0.008-0.013,-0.190 0.006,-0.353 0.050,-0.184 0.024,-0.157 0.027,-0.130 0.029,0.029-0.021,-0.210 0.023,-0.179 0.013,-0.143 0.006,-0.110 0.001,-0.082-0.003,-0.055-0.003,-0.036-0.005,-0.020-0.004,-0.008-0.005,-0.003-0.004,-0.012 0.007,-0.022 0.007,-0.025 0.007,-0.025 0.009,-0.021 0.007,-0.020 0.006,-0.016 0.007,-0.011 0.004,-0.010 0.003,0.004 0.009,-0.001 0.002,-0.001 0.002,0.001 0.002,0.001-0.000,0.000 0.001,0.003 0.001,0.001 0.000,0.001-0.000,0.001 0.000,-0.031-0.016,-0.015-0.008,-0.017-0.009,-0.016-0.008,-0.015-0.008,-0.011-0.007,0.010 0.036,-0.074 0.011,-0.026 0.000,-0.078-0.027,-0.103-0.037,-0.117-0.041,0.092 0.016,-0.356-0.110,-0.137-0.015,-0.283-0.066,-0.107-0.023,0.108 0.028,-0.047-0.017,-0.413-0.127,-0.013-0.015,0.748 0.215,-0.005-0.007,-0.558-0.159,0.038 0.036,0.231 0.090,0.054 0.047,0.055 0.024,0.053 0.008,-0.094-0.012,0.062 0.033,0.210 0.062,0.075 0.031,-0.026 0.017,0.096 0.036,0.008 0.024,0.101 0.033,0.353 0.035,0.023 0.007,-0.114-0.018,0.023-0.031,-0.044-0.031,0.018-0.009,0.050 0.013,-0.033 0.004,0.133 0.028,0.012 0.005,-0.057-0.002,0.005 0.008,-0.063 0.003,0.001 0.010,0.008 0.008,0.013 0.009,0.016 0.007,0.033 0.005,0.044 0.005,0.110 0.004,0.005 0.002,-0.138 0.002,-0.009 0.003,0.037 0.000,-0.011 0.000,-0.038 0.001,-0.053 0.000,-0.110-0.030,-0.028-0.048,0.130-0.001,-0.005-0.010,-0.179-0.062,-0.045-0.046,0.019 0.006,-0.082-0.003,-0.067-0.015,-0.056-0.027,-0.199-0.037,-0.082 0.010,0.050 0.022,-0.099-0.016,0.221 0.063,-0.886-0.113,-0.095 0.032,-0.012 0.039,1.179 0.147,-0.967-0.060,-0.110 0.028,-0.081 0.023,-0.060 0.022,-0.353 0.014,0.060 0.021,0.105 0.016,0.778 0.012,-0.535 0.005,-0.036 0.005,-0.256 0.005,0.045 0.004,0.307-0.001,0.063 0.000,0.085 0.001,0.097-0.001,-0.082 0.000,0.133-0.002,0.281 0.023,0.089 0.037,-0.032 0.040,0.131 0.013,0.231-0.011,0.093-0.003,0.082 0.015,0.071 0.029,0.218-0.029,0.049 0.002,-0.075 0.040,0.045-0.010,0.019 0.009,0.043 0.002,0.036 0.007,0.032 0.009,0.008 0.007,0.024-0.013,0.017-0.021,0.014-0.021,-0.024 0.034,0.000 0.051,-0.004 0.064,0.045-0.018,-0.021 0.037,-0.146 0.136,-0.039-0.024,0.195-0.190,-0.013 0.007,-0.199 0.139,-0.078 0.027,-0.017 0.016,-0.012 0.035,0.003 0.037,0.165-0.123,-0.177 0.163,-0.049 0.029,-0.117 0.092,-0.010 0.008,0.082-0.084,-0.001-0.020,0.001-0.023,0.053-0.025,-0.017 0.012,-0.197 0.160,0.010-0.000,0.113-0.083,0.024-0.011,0.003 0.013,-0.012 0.029,-0.088 0.095,0.018-0.001,0.130-0.089,0.062-0.013,0.047-0.039,0.036-0.054,0.000 0.015,0.070-0.035,0.081-0.099,0.017-0.049,0.026-0.028,0.034-0.012,-0.026 0.085,0.064-0.032,0.060-0.034,0.050-0.032,0.041-0.027,1.100 0.486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1162.000 516.000,'0.008'0.000,"0.013"0.000,0.013 0.000,0.014 0.000,0.013 0.000,0.010 0.000,0.008 0.000,0.006 0.000,0.005 0.000,0.003 0.000,0.002 0.000,0.001 0.000,0.001 0.000,0.000 0.000,-0.001 0.000,0.000 0.000,-0.001 0.000,0.001 0.000,-0.001 0.000,-0.001 0.000,0.000 0.000,0.000 0.000,0.000 0.000,0.000 0.000,0.000 0.000,-0.001 0.000,0.001 0.000,-0.001 0.000,0.001 0.000,0.000 0.000,0.000 0.000,-0.001 0.000,0.134 0.000,0.066 0.000,0.072 0.000,-0.010 0.000,0.094 0.000,0.278 0.000,0.117 0.000,-0.098 0.000,0.112 0.000,0.423 0.000,0.132 0.000,0.125 0.000,0.112 0.000,-0.138-0.016,0.023-0.026,0.008-0.032,0.167-0.020,0.636-0.111,0.109-0.116,-0.720 0.054,0.023-0.040,0.769-0.208,-0.066-0.047,-1.038 0.215,-0.054-0.010,0.599-0.209,-0.087-0.014,-0.111-0.036,-0.120-0.047,-0.303 0.057,-0.124-0.008,-0.362 0.167,0.193-0.133,-0.094 0.015,-0.022-0.023,-0.151 0.068,-0.182 0.094,-0.072 0.022,0.013-0.060,-0.116 0.045,-0.107 0.046,-0.092 0.041,-0.075 0.036,-0.080 0.035,-0.079 0.052,-0.071 0.050,-0.057 0.043,-0.046 0.037,-0.034 0.029,-0.025 0.022,-0.016 0.016,0.019-0.014,-0.066-0.035,-0.108-0.035,-0.053-0.013,-0.070-0.027,-0.043-0.029,-0.035-0.030,0.327 0.087,-0.484-0.267,-0.104-0.096,-0.011-0.071,-0.084-0.086,-0.060-0.056,-0.323-0.254,-0.015-0.060,0.433 0.300,0.036 0.006,-0.338-0.308,0.047-0.009,0.263 0.223,0.017 0.029,0.030 0.031,0.039 0.035,-0.230-0.198,0.100 0.072,0.469 0.393,0.024 0.015,-0.103-0.097,0.067 0.052,-0.048-0.037,0.094 0.101,0.079 0.095,0.065 0.082,0.049 0.068,0.038 0.046,0.013 0.022,0.005 0.010,-0.004-0.001,-0.007-0.004,-0.009-0.009,-0.009-0.010,0.032-0.005,-0.025-0.036,-0.068-0.041,-0.038-0.005,0.010 0.000,-0.027-0.027,-0.078-0.070,-0.027-0.042,0.036 0.028,-0.015 0.007,-0.062-0.019,-0.025 0.001,-0.026-0.001,0.151 0.073,-0.215-0.133,0.030 0.008,0.085 0.060,0.015 0.029,0.009 0.010,0.006-0.006,-0.026-0.021,0.053 0.024,-0.024-0.003,0.049 0.050,0.036 0.047,0.040 0.045,0.028 0.035,0.024 0.030,0.017 0.021,0.035 0.017,-0.019 0.009,-0.027 0.007,-0.031 0.004,-0.032 0.002,-0.029 0.002,0.067-0.001,-0.019-0.001,-0.159 0.001,-0.073-0.000,0.026-0.002,-0.023-0.001,-0.237 0.000,-0.113-0.001,0.336-0.002,-0.033-0.001,-0.508 0.001,-0.057-0.001,0.220-0.000,-0.013-0.001,-0.258 0.000,0.005 0.000,0.376 0.017,0.001 0.032,-0.005 0.021,-0.008 0.013,-0.354 0.088,0.060 0.056,0.285-0.032,0.056-0.001,0.032-0.009,0.124-0.017,0.025 0.017,-0.035 0.034,0.071-0.005,0.037-0.002,0.068-0.021,0.059-0.027,0.052-0.025,0.009 0.009,0.076 0.002,0.071 0.009,0.060 0.017,0.050 0.019,0.041 0.017,0.031 0.018,0.010 0.023,-0.006-0.004,-0.013-0.007,-0.019-0.013,-0.020-0.012,-0.019-0.011,-0.016-0.018,-0.032 0.013,-0.032 0.017,-0.032 0.018,-0.028 0.019,-0.026 0.018,0.021 0.005,0.017 0.029,0.021-0.009,-0.016 0.027,-0.002 0.027,0.011 0.027,-0.064 0.133,-0.022 0.024,0.094-0.155,0.012 0.009,-0.062 0.099,-0.018-0.037,0.035-0.068,0.014-0.007,-0.003 0.000,-0.015 0.007,-0.029 0.030,0.018-0.035,0.027-0.019,0.032-0.002,0.011 0.060,0.044-0.010,0.041-0.013,0.031-0.019,0.028-0.031,0.020-0.031,0.014-0.028,0.010-0.025,0.069 0.481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187.000 303.000,'-0.003'0.000,"-0.004"0.000,-0.004 0.000,-0.006 0.000,-0.003 0.000,-0.004 0.000,-0.002 0.000,-0.002 0.000,-0.002 0.000,-0.001 0.000,-0.001 0.000,0.001 0.000,-0.001 0.000,0.000 0.000,0.000 0.000,0.001 0.000,-0.001 0.000,0.001 0.000,-0.001 0.000,0.001 0.000,0.000 0.000,0.000 0.000,0.000 0.000,0.000 0.000,0.001 0.000,-0.001 0.000,0.000 0.000,0.000 0.000,0.000 0.000,0.000 0.000,0.000 0.000,0.000 0.000,-0.000 0.000,0.000 0.000,0.000 0.000,0.000 0.000,0.001 0.000,-0.001 0.000,-0.000 0.000,0.000 0.000,0.000 0.000,0.000 0.000,0.000 0.000,0.000 0.000,0.000 0.000,0.000 0.000,0.000 0.000,0.000 0.000,-0.000 0.000,0.000 0.000,0.001 0.000,-0.001 0.000,0.000 0.000,-0.000 0.000,0.000 0.000,0.000 0.000,0.000 0.000,0.000 0.000,0.000 0.000,0.000 0.000,0.000 0.000,0.000 0.000,0.000 0.000,-0.000 0.000,0.001 0.000,-0.001 0.000,0.000 0.000,0.000 0.000,0.000 0.000,-0.000 0.000,0.000 0.000,0.000 0.000,0.000 0.000,0.000 0.000,0.000 0.000,0.000 0.000,0.000 0.000,0.000 0.000,0.001 0.000,-0.001 0.000,0.000 0.000,0.000 0.000,0.000 0.000,0.000 0.000,-0.000 0.000,0.000 0.000,0.000 0.000,0.000 0.000,0.000 0.000,0.000 0.000,0.000 0.000,0.000 0.000,0.001 0.000,-0.001 0.000,0.000 0.000,0.000 0.000,0.000 0.000,-0.044 0.000,-0.086 0.000,-0.103 0.000,-0.111 0.000,-0.052 0.000,-0.056 0.000,-0.065 0.000,-0.067 0.000,-0.160 0.030,-0.071 0.048,0.074 0.013,-0.002 0.012,-0.083 0.017,0.031-0.005,0.124-0.020,0.032-0.010,0.031-0.011,0.029-0.012,-0.014 0.024,0.079 0.036,0.081 0.010,0.050 0.004,0.038-0.006,-0.038 0.019,0.064-0.024,0.058-0.025,0.050-0.026,0.039-0.020,0.030-0.019,0.022-0.013,0.014-0.010,0.010-0.008,0.004-0.005,0.003-0.002,-0.001-0.002,-0.000 0.000,-0.003 0.000,-0.001 0.001,-0.078 0.045,-0.120 0.068,0.082-0.040,-0.099 0.006,-0.442 0.071,-0.257 0.046,0.073-0.014,-0.173 0.035,-0.513 0.052,-0.291 0.027,-0.233 0.030,-0.531 0.048,-0.192-0.018,0.580-0.080,-0.055 0.007,-0.753 0.072,-0.014-0.027,0.373-0.065,0.028-0.033,-0.241 0.014,0.155 0.007,0.437-0.035,0.105-0.017,-0.645 0.080,0.255 0.023,1.293-0.139,0.057-0.007,-0.347 0.033,0.100-0.020,0.097 0.000,0.092 0.017,0.084 0.004,0.072-0.008,-0.295 0.088,0.190 0.032,0.542-0.111,0.036-0.008,-0.096 0.022,0.104-0.025,0.113-0.027,0.489-0.116,-0.434 0.087,0.078-0.027,0.065-0.009,0.063-0.002,0.054 0.007,0.043 0.012,0.034 0.013,0.005 0.035,0.041 0.008,0.036 0.004,0.029 0.001,0.023-0.001,0.017-0.002,0.012-0.002,0.007-0.004,0.005-0.002,0.003-0.002,0.000-0.003,0.000 0.000,-0.002-0.002,0.000-0.001,-0.029-0.002,-0.051 0.013,-0.059 0.015,-0.059 0.016,0.012-0.017,-0.019 0.012,-0.011 0.012,-0.007 0.011,-0.037 0.039,0.035-0.008,0.041-0.016,0.047-0.017,0.043-0.020,0.040-0.018,0.034-0.017,0.028-0.013,0.022-0.012,0.017-0.008,0.004 0.000,-0.003 0.007,-0.009 0.011,-0.010 0.011,-0.013 0.012,-0.011 0.011,-0.010 0.009,-0.009 0.009,-0.007 0.006,-0.006 0.005,0.016-0.011,0.005 0.030,0.008 0.036,0.008 0.038,0.012 0.017,0.007 0.033,-0.017 0.031,-0.033 0.029,0.011-0.099,-0.007-0.006,-0.018 0.047,0.001 0.006,-0.021 0.086,0.010-0.036,0.007 0.023,0.018-0.007,0.016-0.007,0.018-0.029,0.016-0.033,0.011-0.032,0.010-0.029,0.007-0.021,0.004-0.017,0.004-0.013,0.002-0.008,0.000-0.006,0.001-0.002,-0.001-0.001,-0.000 0.000,-0.001 0.000,-0.001-0.006,0.000 0.013,0.000 0.018,-0.001 0.018,-0.001 0.017,0.001 0.014,-0.001 0.047,0.000 0.009,0.000 0.005,0.013-0.073,0.022-0.004,0.027-0.004,0.028-0.003,0.032 0.026,0.005-0.017,-0.006-0.021,-0.013-0.021,-0.015-0.020,-0.017-0.017,-0.016-0.016,0.003 0.011,0.006-0.012,0.010-0.010,0.014-0.006,0.013-0.005,0.012-0.003,0.011-0.002,0.009-0.001,0.006-0.000,0.006 0.000,0.002 0.001,0.003 0.001,0.001 0.000,0.010 0.065,0.023 0.111,0.027 0.123,0.021 0.079,0.043 0.103,-0.097-0.219,0.021 0.042,0.239 0.471,0.108 0.150,-0.046-0.111,0.070 0.124,0.252 0.439,0.083 0.106,-0.343-0.634,0.029 0.030,0.341 0.595,0.004 0.046,-0.205-0.358,0.012 0.016,0.320 0.570,-0.040-0.066,-0.341-0.618,-0.031-0.078,0.110 0.191,-0.097-0.139,-0.381-0.682,0.304 0.513,-0.075-0.142,-0.097-0.191,-0.025-0.077,0.071 0.049,-0.061-0.142,-0.059-0.131,-0.056-0.112,-0.048-0.093,-0.039-0.072,-0.031-0.054,-0.023-0.037,-0.014-0.027,-0.013-0.016,-0.010-0.007,-0.005-0.002,-0.003 0.002,-0.001 0.003,-0.000 0.005,0.000 0.005,0.001 0.004,0.002 0.005,0.001 0.002,0.001 0.003,0.000 0.002,0.002 0.001,0.000 0.001,0.001 0.001,0.000 0.000,0.000 0.000,-0.000 0.000,0.008-0.000,0.007-0.001,0.009 0.001,0.008-0.001,0.006 0.001,0.006-0.001,0.005 0.000,0.003 0.000,0.002 0.000,0.002 0.000,0.001 0.000,0.001 0.000,0.046 0.000,0.058 0.000,0.066 0.000,0.048 0.000,0.038 0.000,0.031 0.000,-0.069-0.018,0.047-0.031,0.132-0.035,0.073-0.015,-0.122 0.020,0.225-0.027,0.026 0.004,0.133-0.004,0.031 0.014,-0.083 0.021,0.020 0.011,0.022-0.012,0.020-0.030,0.138-0.032,0.013-0.007,-0.138 0.020,-0.034 0.009,0.005-0.014,0.032-0.025,0.178-0.034,0.067 0.000,0.172-0.042,0.002-0.035,-0.301 0.051,-0.039 0.009,-0.045 0.015,-0.231 0.059,0.270-0.046,0.019-0.016,0.035-0.003,0.048 0.007,0.173-0.006,0.008 0.023,-0.129 0.016,0.028-0.019,0.384-0.050,-0.302 0.051,-0.006 0.013,0.137 0.001,-0.037 0.025,-0.017-0.007,-0.001-0.025,-0.166 0.013,-0.021 0.002,0.053-0.002,-0.060 0.017,-0.068 0.017,-0.079 0.026,-0.123 0.023,0.006 0.011,0.396-0.038,-0.009-0.040,-0.412 0.033,-0.035-0.002,0.274-0.040,-0.094 0.014,-0.348 0.048,-0.042 0.009,0.088-0.004,-0.100 0.016,-0.075 0.014,-0.051 0.012,0.026 0.009,-0.051 0.011,-0.041 0.008,-0.053-0.004,-0.061-0.009,-0.057-0.014,-0.050-0.014,-0.044-0.013,-0.033-0.013,-0.025-0.009,-0.019-0.009,-0.013-0.006,-0.007-0.004,-0.004-0.003,-0.002-0.002,0.000-0.001,0.001 0.000,0.002-0.001,0.002 0.002,0.001-0.001,0.003 0.001,0.000-0.000,0.028 0.002,0.062-0.036,0.076-0.043,0.080-0.048,0.090-0.027,0.128-0.041,0.209-0.087,0.114-0.040,0.275-0.122,-0.054 0.018,0.005-0.022,-0.117 0.052,0.002-0.007,0.095-0.069,-0.050 0.000,-0.159 0.092,-0.050 0.043,-0.136 0.076,-0.034 0.011,0.203-0.109,-0.061 0.062,-0.212 0.100,-0.069 0.006,-0.047 0.018,-0.032 0.025,0.015-0.008,-0.035 0.017,-0.031 0.010,-0.025 0.007,-0.020-0.012,-0.022-0.014,-0.022-0.018,-0.016-0.022,-0.015-0.019,0.005-0.052,-0.038 0.020,-0.040 0.033,-0.037 0.035,-0.033 0.037,-0.026 0.033,-0.022 0.029,-0.015 0.022,-0.011 0.018,-0.008 0.007,-0.004-0.005,-0.002-0.011,-0.002-0.012,0.001-0.013,0.001-0.012,0.000-0.011,0.002-0.009,0.001-0.007,0.001-0.009,0.001-0.025,0.001-0.028,0.000-0.026,0.000-0.026,0.031 0.010,0.048-0.027,0.013-0.008,0.012-0.063,0.045-0.291,-0.009-0.110,0.045 0.006,0.025-0.058,-0.042 0.143,-0.008-0.035,0.003-0.140,-0.020-0.037,-0.034 0.081,-0.018-0.023,-0.017-0.022,-0.015-0.022,-0.044-0.258,-0.076-0.005,-0.023 0.183,-0.019 0.037,-0.006 0.040,0.010 0.093,-0.002 0.126,-0.024 0.025,-0.082-0.240,-0.003 0.064,0.052 0.306,-0.021 0.059,-0.066-0.070,0.004 0.052,-0.038-0.016,0.023 0.105,0.025 0.102,0.026 0.088,0.021 0.075,0.020 0.059,0.014 0.043,0.012 0.032,0.013 0.013,0.002 0.002,-0.003-0.005,-0.003-0.007,-0.003-0.010,-0.005-0.010,-0.004-0.009,-0.003-0.009,-0.002-0.007,-0.003-0.005,-0.002-0.004,-0.001-0.004,0.000-0.002,-0.028-0.014,-0.024-0.013,-0.025-0.013,-0.025-0.012,-0.021-0.011,-0.020-0.010,0.066 0.046,-0.024 0.008,-0.067 0.000,-0.036 0.015,-0.037-0.008,-0.012-0.021,-0.003-0.026,0.007-0.004,-0.011 0.002,-0.062-0.003,-0.011 0.018,0.191 0.044,-0.007-0.017,-0.178-0.068,-0.018-0.006,0.053 0.024,0.004 0.011,0.007 0.014,-0.140-0.079,0.145 0.051,-0.039 0.000,-0.185-0.035,-0.025 0.016,0.128 0.032,-0.032-0.017,-0.387-0.105,0.011 0.012,0.435 0.107,-0.011-0.013,-0.317-0.089,-0.042 0.003,0.177 0.047,-0.025-0.018,-0.341-0.099,0.029 0.016,0.225 0.079,0.002 0.024,0.412 0.089,-0.532-0.140,0.019 0.003,0.133 0.039,0.035 0.018,-0.011 0.011,0.061 0.027,0.062 0.026,0.118-0.017,0.048-0.013,0.034-0.002,-0.012-0.011,0.040 0.014,0.038 0.019,0.034 0.019,-0.019 0.006,0.064 0.027,0.062 0.023,0.054 0.018,0.044 0.015,0.035 0.009,0.026 0.008,0.018 0.003,0.011 0.003,0.008 0.001,0.003-0.000,0.002 0.000,-0.002-0.002,0.000 0.000,-0.003-0.001,-0.001-0.001,-0.003 0.000,-0.001-0.002,-0.001 0.001,-0.051-0.001,-0.079 0.000,-0.090 0.000,-0.011 0.000,-0.049 0.000,0.047-0.018,-0.028-0.031,-0.162-0.050,-0.083-0.017,0.020 0.009,-0.027 0.001,-0.040 0.007,-0.048 0.010,-0.115 0.002,-0.007 0.014,-0.018 0.015,-0.024 0.012,0.181 0.018,0.007 0.005,-0.251 0.003,0.039 0.008,0.294 0.007,0.052 0.002,0.086 0.002,-0.097 0.002,0.053 0.002,-0.037 0.001,0.071 0.001,0.060 0.000,0.051 0.000,0.040-0.001,0.046-0.001,-0.010-0.000,-0.023-0.001,-0.027-0.001,-0.019 0.000,-0.009 0.000,-0.004 0.000,0.000-0.001,0.010 0.000,-0.015 0.000,-0.064 0.030,-0.024 0.048,-0.020 0.013,-0.096 0.012,-0.067 0.003,-0.045-0.003,-0.111 0.035,-0.006 0.035,0.091-0.007,0.013-0.001,0.017-0.008,0.017-0.012,0.018 0.007,0.017 0.022,0.103-0.016,0.039-0.002,0.028-0.006,0.016-0.011,-0.131 0.044,0.067-0.022,0.072-0.021,0.070-0.017,0.062-0.015,0.052-0.012,0.043-0.009,0.033-0.006,0.025-0.004,0.016-0.004,0.012 0.000,0.006-0.001,0.003 0.000,-0.143 1.197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831.000 328.000,'-0.006'0.000,"-0.008"0.000,-0.009 0.000,-0.010 0.000,-0.009 0.000,-0.006 0.000,-0.006 0.000,-0.005 0.000,-0.002 0.000,-0.003 0.000,0.000 0.000,-0.002 0.000,0.000 0.000,0.001 0.000,-0.001 0.000,0.001 0.000,0.000 0.000,-0.000 0.000,0.000 0.000,0.001 0.000,-0.000 0.000,0.000 0.000,0.000 0.000,-0.000 0.000,0.000 0.000,0.001 0.000,-0.001 0.000,0.000 0.000,0.000 0.000,0.001 0.000,-0.001 0.000,-0.000 0.000,0.000 0.000,0.000 0.000,-0.000 0.000,0.001 0.000,-0.001 0.000,0.000 0.000,0.000 0.000,0.000 0.000,0.000 0.000,0.001 0.000,-0.001 0.000,0.000 0.000,0.000 0.000,-0.000 0.000,0.000 0.000,0.005 0.000,-0.046 0.000,-0.161-0.024,-0.150-0.038,-0.250-0.041,-0.185-0.014,-0.193-0.034,-0.187-0.043,0.169 0.015,-0.112-0.034,-0.523-0.118,-0.146-0.050,0.098 0.011,-0.114-0.029,-0.110-0.025,-0.104-0.022,-0.665-0.140,-0.076-0.011,0.569 0.119,0.018-0.001,0.295 0.059,0.010-0.005,-0.813-0.193,0.060 0.002,1.103 0.249,0.013 0.000,-1.043-0.258,0.043 0.003,1.535 0.381,-1.050-0.229,0.009 0.009,-0.216-0.023,0.074 0.052,0.319 0.097,0.071 0.050,0.064 0.026,0.059 0.006,-0.147-0.010,0.063 0.031,0.268 0.052,0.074 0.028,0.074 0.027,0.070 0.024,-0.053-0.013,0.125-0.023,0.237 0.008,0.093 0.002,0.027-0.007,0.146 0.014,0.166 0.026,0.065 0.015,-0.046-0.003,0.109 0.021,0.096 0.019,0.078 0.015,0.064 0.012,0.046 0.008,0.034 0.005,0.023 0.004,0.014 0.003,0.007 0.000,0.002 0.000,0.000 0.000,-0.025-0.002,-0.061 0.001,-0.075-0.002,-0.079 0.000,-0.042 0.000,-0.049-0.001,-0.063 0.000,-0.072 0.000,-0.050-0.025,-0.031-0.038,-0.157-0.040,-0.100-0.016,-0.322-0.026,-0.139 0.009,-0.116 0.017,-0.160 0.026,-0.116 0.017,0.124 0.022,-0.027 0.012,0.171 0.014,-0.008 0.007,0.158 0.007,-0.044 0.004,-0.194 0.004,0.047 0.003,0.377 0.001,-0.358 0.003,0.031 0.001,-0.126 0.001,0.071 0.001,0.227-0.001,0.055 0.000,0.050 0.024,0.044 0.038,0.035 0.024,0.031 0.014,-0.073 0.019,0.078-0.004,0.184-0.021,0.065-0.010,0.060 0.013,0.054 0.027,-0.056 0.034,0.006 0.002,0.047-0.002,-0.062 0.028,-0.164 0.038,-0.054-0.004,0.101-0.038,0.013-0.018,-0.104 0.025,0.000 0.020,0.174-0.046,-0.072-0.005,-0.373 0.029,-0.102-0.022,0.435-0.054,0.003 0.011,-0.167 0.030,-0.029 0.000,-0.579 0.055,-0.096-0.021,0.490-0.072,-0.055-0.014,-0.740 0.052,-0.141 0.029,0.644-0.053,-0.012-0.003,-0.459 0.026,0.024-0.017,0.239-0.030,-0.002-0.017,0.013-0.015,0.022-0.015,0.026-0.014,0.028-0.011,-0.172 0.021,0.045 0.038,0.081 0.020,0.097 0.007,0.241 0.008,0.036 0.032,0.184-0.008,0.001 0.003,-0.327 0.040,0.036-0.015,-0.134 0.031,0.024 0.028,0.501-0.073,0.024-0.005,0.432-0.062,-0.867 0.187,-0.037 0.054,0.150-0.003,-0.019 0.034,-0.019 0.029,-0.018 0.026,-0.345 0.104,0.064-0.041,0.558-0.160,0.040-0.003,-0.291 0.099,0.011 0.009,0.202-0.064,0.067-0.029,-0.072 0.026,0.056-0.004,0.299-0.095,0.047-0.021,-0.340 0.082,0.125-0.066,0.506-0.126,0.051 0.005,-0.094 0.061,0.079-0.011,0.066-0.018,0.055-0.021,-0.009 0.024,0.089-0.011,0.076-0.003,0.062-0.000,0.050 0.004,0.036 0.005,0.025 0.006,0.017 0.004,0.010 0.005,0.005 0.003,0.000-0.002,-0.000-0.005,-0.002-0.007,-0.003-0.008,-0.003-0.007,-0.002-0.005,-0.002-0.006,-0.003-0.003,-0.001-0.003,-0.001-0.003,-0.000 0.000,-0.001-0.001,-0.001-0.001,0.001 0.001,0.012-0.007,0.019 0.003,0.021 0.002,0.023 0.003,0.020 0.002,0.016 0.003,0.015 0.001,0.011 0.003,0.008 0.000,0.006 0.001,0.004 0.001,0.003 0.000,0.000 0.000,-0.008-0.001,-0.008-0.001,-0.012 0.001,-0.011-0.001,-0.010 0.001,-0.009 0.001,-0.007-0.001,-0.007 0.001,-0.003-0.001,-0.004 0.001,-0.003 0.000,0.000 0.000,-0.002 0.000,0.005 0.007,0.003 0.009,0.005 0.009,0.005 0.010,0.005 0.008,0.004 0.007,0.003 0.006,0.003 0.006,0.002 0.002,0.022 0.045,0.030 0.059,0.032 0.064,-0.009 0.020,-0.011 0.034,-0.023-0.047,0.023 0.057,0.004-0.022,0.030 0.026,0.114 0.198,0.048 0.064,-0.033-0.054,-0.010 0.010,0.042 0.083,0.009-0.016,-0.076-0.161,0.014 0.017,0.219 0.364,0.023-0.027,-0.172-0.283,-0.031-0.028,-0.017-0.025,-0.003-0.022,0.006 0.003,0.010 0.024,-0.165-0.292,0.233 0.324,0.038-0.019,0.094 0.054,0.021-0.027,-0.054-0.091,0.004-0.018,-0.020-0.013,-0.038-0.011,0.024 0.024,-0.020-0.059,-0.086-0.082,-0.041-0.017,-0.023-0.029,-0.006-0.036,0.013 0.015,-0.036-0.004,0.002 0.016,-0.028-0.045,-0.021-0.050,-0.014-0.049,-0.011-0.048,-0.004-0.040,-0.004-0.033,0.000-0.027,0.000-0.020,0.005-0.016,-0.012-0.010,-0.015-0.006,-0.016-0.004,-0.013 0.000,-0.012 0.000,-0.009 0.001,-0.008 0.002,-0.005 0.002,-0.004 0.002,-0.002 0.001,-0.002 0.001,0.000 0.002,-0.001 0.000,0.001 0.000,0.000 0.001,0.001 0.001,0.033-0.001,0.061 0.000,0.069 0.001,0.068-0.001,0.064 0.000,-0.021 0.001,0.030-0.001,0.077 0.000,0.021 0.000,0.122-0.074,2.908-0.852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834.000 767.000,'0.009'0.000,"0.015"0.000,0.015 0.000,0.016 0.000,0.014 0.000,0.011 0.000,0.010 0.000,0.006 0.000,0.006 0.000,0.003 0.000,0.002 0.000,0.001 0.000,0.000 0.000,0.001 0.000,-0.001 0.000,-0.001 0.000,0.000 0.000,0.000 0.000,0.000 0.000,-0.002 0.000,0.001 0.000,0.000 0.000,-0.001 0.000,0.000 0.000,0.001 0.000,-0.001 0.000,0.000 0.000,0.000 0.000,0.000 0.000,0.000 0.000,0.001 0.000,-0.001 0.000,0.000 0.000,0.000 0.000,0.001 0.000,-0.001 0.000,0.000 0.000,-0.000 0.000,0.035 0.000,0.087 0.000,0.081 0.000,0.133 0.000,0.143 0.000,0.146 0.000,0.299 0.000,0.197 0.000,0.210 0.000,0.205 0.000,-0.249 0.000,0.125 0.000,0.515 0.000,0.084 0.000,0.034 0.000,-0.012 0.000,0.151 0.000,0.140 0.000,0.103 0.000,0.073 0.000,0.384 0.000,0.010 0.000,-0.351 0.000,-0.019 0.000,0.273 0.000,-0.092 0.000,-0.422 0.000,-0.120 0.000,-0.123 0.000,-0.117 0.000,0.375 0.000,-0.363 0.000,-0.115 0.000,-0.133-0.030,-0.138-0.048,-0.131-0.028,-0.120-0.012,-0.375 0.025,-0.050 0.002,0.071-0.005,-0.076 0.009,0.124-0.041,-0.121-0.041,-0.430 0.063,-0.033-0.001,0.197-0.048,-0.051 0.012,-0.046 0.017,-0.036 0.019,-0.146 0.035,-0.012 0.011,0.112 0.001,-0.008 0.016,0.051 0.010,-0.012 0.014,-0.174-0.008,0.001-0.027,0.059-0.031,0.007-0.013,0.160-0.032,-0.238 0.054,0.010 0.004,0.215-0.026,0.011 0.013,-0.069 0.020,-0.003 0.011,-0.002 0.011,-0.005 0.009,0.091 0.006,0.038 0.010,-0.037-0.017,0.043-0.034,0.047-0.021,0.047-0.011,0.297-0.031,0.100 0.007,-0.323 0.045,0.026 0.008,0.345-0.007,0.114 0.014,-0.078-0.006,0.062-0.028,0.100-0.017,0.123-0.005,0.329-0.015,0.103 0.011,-0.162 0.024,0.050 0.013,0.042-0.010,0.036-0.027,0.307-0.031,0.060-0.002,-0.478 0.040,0.050 0.008,-0.237 0.024,0.034 0.008,0.970-0.021,0.116 0.019,-0.232 0.023,0.076 0.012,0.072 0.012,0.068 0.009,0.061 0.008,0.053 0.007,0.442 0.004,0.071 0.006,-0.352 0.002,0.015 0.001,0.940 0.004,-0.206 0.000,-0.274 0.001,-2.832-0.007,2.364 0.004,0.025 0.000,-0.396-0.002,-0.097 0.000,-0.390-0.001,-0.060 0.000,0.490 0.000,-0.139-0.001,-0.634-0.001,-0.080 0.001,0.734-0.001,-0.330 0.000,-0.300 0.000,-0.257-0.001,-0.565 0.001,-0.118 0.000,-0.127 0.000,-0.126 0.000,-0.084 0.000,-0.101-0.001,-0.082 0.001,-0.064 0.000,-0.012-0.008,-0.086-0.013,-0.072-0.014,-0.056-0.014,-0.042-0.012,-0.030-0.011,-0.018-0.008,-0.013-0.007,-0.005-0.004,-0.002-0.004,0.001-0.001,0.002-0.002,0.004 0.000,0.002-0.000,0.004 0.000,0.002 0.000,0.002 0.001,0.003 0.000,0.000 0.001,0.001 0.000,0.001 0.000,-0.012-0.004,-0.020-0.031,-0.023-0.038,-0.026-0.039,-0.024-0.039,-0.026-0.062,0.004-0.008,0.011 0.002,0.016 0.012,0.020 0.015,0.008 0.033,-0.011-0.018,-0.018-0.026,-0.021-0.029,-0.022-0.062,0.005-0.012,0.014-0.003,0.036 0.076,0.012-0.012,0.007-0.063,0.015-0.019,0.016 0.033,0.009-0.016,0.009-0.038,0.006-0.031,0.006-0.022,0.004-0.040,0.003-0.050,-0.026-0.114,-0.047-0.015,-0.036 0.058,-0.051-0.031,-0.113-0.329,-0.007-0.040,0.121 0.488,-0.015 0.008,-0.129-0.243,-0.055 0.013,-0.055 0.014,-0.028 0.060,-0.045 0.008,-0.033 0.017,0.002 0.021,0.025 0.023,-0.040-0.022,0.018 0.080,0.067 0.136,0.005 0.073,0.024 0.044,0.037 0.026,0.013 0.016,0.032 0.042,0.027 0.042,0.022 0.040,-0.022 0.021,0.031 0.044,0.027 0.037,0.024 0.028,0.020 0.021,0.016 0.015,-0.014 0.010,-0.018 0.008,-0.026 0.002,-0.028 0.001,-0.027 0.000,0.085-0.006,-0.021-0.001,-0.154 0.002,-0.041-0.002,0.116-0.004,-0.017 0.000,-0.129-0.001,-0.023 0.000,0.042-0.025,-0.012-0.040,-0.033-0.025,-0.049-0.014,-0.185-0.034,-0.016 0.005,0.301 0.057,0.000 0.005,-0.223-0.020,0.008 0.014,0.363 0.032,-0.474-0.107,-0.000-0.018,0.167 0.034,0.013 0.007,0.014 0.011,0.014 0.012,-0.012 0.015,-0.028 0.014,-0.152 0.006,-0.052 0.017,-0.046 0.014,0.260 0.018,-0.299 0.002,-0.103 0.006,-0.096-0.019,-0.089-0.035,-0.216-0.036,-0.023-0.013,0.141 0.011,-0.022 0.004,-0.195-0.003,-0.022 0.013,0.181 0.020,0.024 0.011,0.032 0.010,0.037 0.010,-0.110 0.007,0.053 0.009,0.210 0.008,0.074 0.006,0.077 0.003,0.075 0.003,0.256 0.002,0.033 0.001,-0.265 0.003,0.137 0.001,0.096 0.000,0.125 0.000,0.104 0.000,0.081-0.001,0.060-0.001,0.043-0.001,0.012 0.000,-0.005-0.001,-0.015 0.000,-0.022-0.001,-0.022 0.000,-0.022 0.000,-0.019 0.000,-0.016 0.000,-0.013 0.000,0.038 0.000,-0.024-0.001,0.048 0.001,-0.021 0.000,-0.166 0.000,-0.038 0.000,-0.032 0.000,-0.113 0.000,-0.034 0.000,-0.111 0.000,0.348 0.012,-0.707 0.065,-0.117 0.029,0.201-0.015,-0.091 0.003,-0.488 0.054,-0.134 0.040,0.136-0.008,-0.037-0.001,-0.230 0.013,0.006-0.018,0.231-0.038,0.021-0.019,0.047 0.004,0.059 0.021,-0.106 0.028,0.096-0.002,0.268-0.029,0.108-0.014,0.059-0.014,0.023-0.017,-0.138-0.009,-0.020-0.018,0.160 0.003,0.044 0.027,0.033 0.016,0.022 0.005,-0.103 0.043,0.018 0.038,0.082-0.010,-0.184 0.022,-0.064-0.013,-0.172 0.034,0.006 0.026,0.568-0.104,0.003-0.004,-0.547 0.078,0.023-0.030,0.295-0.061,0.021-0.022,-0.078-0.012,0.070-0.025,0.277-0.029,0.046-0.012,-0.106-0.006,0.115-0.012,-0.021-0.010,0.101-0.010,0.303-0.002,0.013 0.000,-0.118-0.004,-0.039 0.000,-0.029 0.023,-0.021 0.040,-0.113 0.039,-0.054 0.015,0.007-0.008,-0.087-0.002,0.021-0.018,-0.083-0.007,-0.379 0.010,-0.114-0.014,0.386-0.030,-0.387 0.004,-0.039-0.010,-0.214-0.006,-0.026-0.009,0.191-0.008,0.030-0.004,0.014-0.004,0.004-0.003,-0.144-0.002,0.046-0.002,0.127-0.001,0.086 0.000,0.092 0.000,0.102 0.000,-0.087 0.001,0.068-0.001,0.286 0.002,0.046 0.000,-0.139 0.000,0.070 0.001,0.141-0.001,0.045 0.002,0.013-0.001,-0.008 0.001,-0.002 0.000,0.005 0.000,-0.139 0.000,0.027 0.000,0.214 0.000,-0.019 0.000,-0.013 0.000,-0.008 0.000,0.061 0.000,-0.027 0.001,-0.216-0.001,-0.028 0.000,-0.016 0.000,0.181 0.013,-0.021 0.024,-0.275 0.042,-0.079 0.019,-0.194 0.022,-0.040 0.001,-0.334 0.015,-0.037-0.019,0.019-0.028,0.286-0.029,-0.005-0.011,-0.303-0.005,0.051-0.012,0.622-0.017,-0.006-0.004,-0.625 0.000,0.027-0.007,0.460-0.003,-0.010-0.001,-0.340-0.003,-0.033-0.001,-0.026 0.000,-0.021-0.001,0.319 0.002,-0.019 0.000,-0.557-0.001,-0.017 0.000,1.033 0.003,-1.013-0.001,-0.067-0.000,0.156 0.001,-0.050 0.000,-0.273 0.000,-0.045 0.001,0.429 0.000,-0.028 0.000,-0.277 0.000,-0.038 0.000,-0.280 0.000,-0.014 0.000,0.273 0.000,0.039 0.000,0.023 0.000,0.012 0.000,-0.428 0.001,0.085-0.001,0.733 0.000,0.071 0.000,-0.115 0.000,0.088 0.000,-0.076 0.000,0.102 0.000,0.253 0.000,0.100 0.000,0.097 0.000,0.092 0.000,0.025 0.000,0.140 0.000,0.080 0.000,0.133 0.000,0.110 0.000,0.086 0.000,0.064 0.000,0.046 0.000,-0.133 0.000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495.000 433.000,'0.006'0.000,"0.011"0.000,0.010 0.000,0.011 0.000,0.009 0.000,0.007 0.000,0.008 0.000,0.003 0.000,0.004 0.000,0.003 0.000,0.000 0.000,0.002 0.000,-0.001 0.000,0.001 0.000,-0.001 0.000,0.000 0.000,-0.000 0.000,-0.001 0.000,0.000 0.000,0.000 0.000,0.000 0.000,-0.001 0.000,0.001 0.000,-0.001 0.000,0.001 0.000,-0.001 0.000,0.001 0.000,-0.001 0.000,-0.000 0.000,0.001 0.000,-0.001 0.000,0.000 0.000,0.001 0.000,-0.001 0.000,0.001 0.000,-0.001 0.000,0.001 0.000,-0.001 0.000,0.000 0.000,0.001 0.000,-0.001 0.000,0.001 0.000,0.071 0.000,0.139 0.000,0.037 0.000,0.119 0.000,0.363 0.000,0.234 0.000,0.527 0.000,-0.123 0.000,0.162 0.000,0.370 0.000,0.115 0.000,-0.196 0.024,0.005 0.038,0.249 0.041,0.000 0.014,-0.270-0.010,-0.038-0.003,-0.069-0.007,-0.083-0.010,0.276 0.041,-0.162 0.041,-0.620-0.045,-0.066 0.001,0.066 0.012,-0.099-0.011,-0.018 0.000,-0.167-0.020,-0.207-0.026,-0.086-0.015,0.047-0.003,-0.121-0.019,-0.101-0.016,-0.081-0.011,-0.062-0.009,-0.047-0.022,-0.048-0.029,-0.039-0.028,-0.028-0.028,-0.020-0.024,-0.013-0.020,-0.007-0.014,-0.004-0.012,-0.002-0.008,0.002-0.005,0.001-0.003,0.025 0.014,0.034 0.023,0.039 0.028,0.038 0.028,0.032 0.025,0.029 0.021,-0.055 0.008,0.009-0.014,0.005-0.020,0.007-0.022,-0.000-0.005,0.024-0.002,0.027 0.003,0.030 0.007,0.047 0.000,-0.017 0.014,-0.041 0.019,0.007 0.011,0.117-0.015,-0.027-0.007,-0.037-0.012,-0.041-0.016,-0.039-0.016,-0.035-0.013,-0.059-0.036,-0.038-0.066,-0.035-0.076,-0.046 0.021,-0.018-0.038,-0.013-0.086,-0.016-0.036,-0.014 0.082,-0.008-0.018,-0.034-0.137,-0.055-0.019,-0.016 0.051,-0.014-0.006,-0.028-0.005,-0.036-0.003,-0.019-0.004,-0.003-0.001,-0.017-0.065,0.018 0.003,0.025 0.036,0.026 0.056,0.037 0.082,0.019 0.014,0.011-0.046,0.021 0.027,0.018 0.028,0.015 0.026,0.001 0.002,-0.006 0.042,-0.012 0.040,-0.014 0.036,-0.015 0.030,-0.013 0.024,-0.013 0.019,-0.009 0.014,0.008-0.001,-0.017-0.052,-0.018-0.066,-0.019-0.071,0.003-0.057,0.004-0.083,-0.014-0.108,-0.026-0.120,-0.067-0.214,-0.043-0.092,0.000 0.040,-0.034-0.078,-0.008-0.052,0.010-0.034,-0.043-0.163,-0.008 0.001,-0.096-0.119,0.048 0.205,0.026 0.087,0.052 0.198,0.000 0.073,0.016 0.068,0.026 0.062,0.010 0.053,-0.003 0.045,-0.022 0.002,0.030 0.089,0.006 0.062,-0.007 0.039,-0.020 0.017,0.008 0.044,0.012 0.039,0.013 0.034,0.014 0.029,-0.023 0.015,0.000 0.048,-0.005 0.046,-0.006 0.041,-0.007 0.034,-0.006 0.028,-0.036-0.016,-0.082-0.044,-0.159-0.036,-0.106-0.001,0.233 0.039,-0.016-0.025,0.335 0.092,-0.522-0.152,-0.062-0.042,-0.164-0.083,-0.054-0.047,0.072 0.008,-0.029-0.029,-0.115-0.051,0.029 0.022,0.125 0.055,0.003-0.001,0.021-0.007,0.029-0.012,-0.055-0.035,0.052 0.033,0.054 0.045,0.052 0.050,0.167 0.093,-0.009 0.031,-0.244-0.012,0.015 0.050,0.248 0.056,0.011 0.018,-0.201 0.009,0.028 0.021,0.205 0.014,-0.020 0.005,-0.170 0.008,-0.006 0.004,0.156-0.002,0.003 0.001,-0.177 0.004,-0.002-0.001,0.003-0.002,0.037-0.002,0.019-0.002,0.020 0.028,0.022 0.047,-0.148 0.058,-0.030 0.011,0.038-0.020,0.221-0.028,0.000 0.023,-0.178 0.086,-0.037 0.052,-0.181 0.087,0.027-0.015,0.405-0.152,-0.012 0.010,-0.183 0.093,-0.003 0.029,-0.078 0.048,0.020-0.016,0.104-0.041,0.022 0.007,0.022-0.008,0.018-0.022,0.018-0.029,0.015-0.032,-0.052 0.016,0.016 0.006,0.317-0.139,-0.350 0.119,-0.012-0.023,0.093-0.022,0.041 0.016,-0.025 0.028,0.026-0.013,-0.031 0.023,0.055-0.011,0.054-0.009,0.051-0.005,0.044-0.006,0.054-0.009,0.054-0.007,0.048-0.008,0.044-0.007,0.035-0.006,0.030-0.004,0.021-0.005,0.016-0.002,0.011-0.002,0.007-0.002,0.004 0.000,0.001-0.001,0.000 0.000,0.009 0.015,0.014 0.008,0.014 0.009,0.014 0.010,0.014 0.007,0.010 0.007,0.009 0.005,0.006 0.005,0.005 0.002,-0.005 0.002,-0.013-0.001,-0.016-0.004,-0.016-0.003,-0.015-0.003,-0.013-0.004,-0.009-0.001,-0.009-0.003,-0.006-0.001,-0.003-0.001,-0.003 0.003,-0.002 0.007,0.000 0.007,0.000 0.007,0.000 0.007,0.000 0.006,0.001 0.004,0.001 0.003,-0.001-0.009,0.001-0.006,0.001-0.009,0.000-0.008,-0.001-0.008,0.001-0.007,0.000-0.005,0.000-0.005,0.001-0.002,-0.001-0.003,0.000-0.002,0.000 0.003,0.000-0.003,0.000-0.003,0.000-0.003,0.000-0.003,0.000-0.001,0.000-0.002,0.000-0.001,0.000-0.001,0.000-0.000,0.000-0.001,0.000 0.000,0.000 0.022,0.000 0.058,0.000 0.069,0.000 0.046,0.000 0.026,0.000 0.014,0.000 0.015,0.000 0.017,0.000-0.001,0.000 0.062,0.000-0.146,0.000 0.019,0.037 0.296,0.057 0.021,-0.013-0.206,0.008 0.001,0.044 0.207,-0.007-0.011,-0.054-0.278,-0.007-0.002,0.027 0.263,-0.017-0.011,-0.031-0.203,-0.008-0.004,0.038 0.185,0.046-0.010,-0.026-0.210,0.003-0.034,0.029 0.072,-0.009-0.019,-0.045-0.133,0.023 0.146,-0.015-0.027,-0.028-0.099,-0.007 0.002,0.002 0.144,-0.014-0.025,-0.012-0.034,-0.009-0.037,-0.007-0.036,0.001-0.030,0.007-0.037,0.008-0.032,0.010-0.027,0.010-0.021,0.007-0.017,0.008-0.011,0.005-0.007,0.005-0.006,0.003-0.001,0.002-0.002,0.001 0.001,0.002 0.001,-0.001 0.000,0.002-0.003,-0.002-0.015,-0.002-0.017,-0.002-0.016,-0.003-0.016,-0.001-0.011,-0.002-0.011,-0.001-0.007,0.000-0.005,-0.001-0.004,-0.001-0.003,0.000 0.000,0.000-0.001,0.001 0.000,-0.001 0.000,0.000 0.001,0.000 0.000,0.001 0.001,-0.001 0.000,0.001 0.001,-0.001 0.000,0.001 0.000,-0.001 0.000,0.001-0.000,0.000 0.001,-0.001-0.001,0.001 0.001,-0.001-0.001,0.001 0.000,0.000 0.001,-0.001-0.001,0.001 0.000,-0.001 0.001,0.147 0.072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685.000 431.000,'0.005'0.000,"0.008"0.000,0.008 0.000,0.008 0.000,0.008 0.000,0.006 0.000,0.005 0.000,0.004 0.000,0.003 0.000,0.001 0.000,0.002 0.000,0.000 0.000,0.000 0.000,0.000 0.000,0.000 0.000,0.000 0.000,0.000 0.000,-0.001 0.000,0.001 0.000,-0.001 0.000,-0.001 0.000,0.001 0.000,0.000 0.000,-0.001 0.000,0.001 0.000,0.000 0.000,-0.001 0.000,0.001 0.000,-0.001 0.000,0.001 0.000,-0.001 0.000,0.001 0.000,0.000 0.000,-0.001 0.000,0.001 0.000,-0.001 0.000,0.001 0.000,0.000 0.000,-0.001 0.000,0.001 0.000,-0.001 0.000,0.001 0.000,0.000 0.000,-0.001 0.000,0.001 0.000,-0.001 0.000,0.001 0.000,0.000 0.000,-0.001 0.000,0.001 0.000,-0.001 0.000,0.001 0.000,0.000 0.000,0.015 0.000,0.039 0.000,0.043 0.000,0.046 0.000,0.044 0.000,0.007 0.000,0.038 0.000,0.039 0.000,0.034 0.000,0.031 0.000,0.066 0.000,0.178 0.000,0.133 0.000,0.193 0.000,0.223 0.000,-0.089 0.000,0.217 0.000,0.834 0.030,0.450 0.048,0.042 0.060,0.322 0.091,0.783 0.155,0.354 0.122,-0.295 0.010,0.100 0.045,0.052 0.053,0.016 0.057,1.307 0.253,-1.035-0.145,-0.043 0.038,0.987 0.223,-0.129-0.027,-1.595-0.331,-0.040-0.027,0.935 0.175,-0.081 0.001,-0.161-0.019,-0.206-0.030,-0.633-0.142,-0.203-0.067,0.108 0.005,-0.287-0.048,-0.811-0.158,-0.147-0.043,0.753 0.081,-0.365-0.102,-0.649-0.116,-0.193-0.052,-0.580-0.066,-0.076-0.016,0.026-0.012,-0.114-0.016,0.087-0.016,-0.207-0.018,-0.157-0.014,-0.182-0.004,-0.140 0.001,-0.102 0.004,-0.070 0.006,-0.045 0.007,-0.024 0.005,-0.011 0.005,-0.002 0.004,0.004 0.004,0.008 0.002,0.008 0.002,0.008 0.001,0.007 0.001,0.008 0.000,0.004-0.000,0.004 0.000,0.003 0.000,0.002-0.001,0.001 0.001,0.001-0.001,0.000 0.001,0.000-0.001,0.000 0.000,-0.000 0.000,-0.001 0.000,0.001-0.001,-0.002 0.001,0.001 0.000,-0.000 0.000,-0.001 0.000,0.001 0.000,-0.001-0.001,0.001 0.001,-0.001 0.000,0.000 0.000,0.001 0.000,-0.001 0.000,0.000 0.000,0.001-0.001,-0.001 0.001,0.000 0.000,0.001 0.000,-0.001 0.000,0.001 0.000,-0.001-0.000,-0.000-0.001,0.001 0.001,-0.001 0.000,0.001 0.000,-0.001 0.000,0.000 0.000,0.001 0.000,-0.137 0.045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584.000 468.000,'-0.004'0.000,"-0.007"0.000,-0.006 0.000,-0.007 0.000,-0.007 0.000,-0.004 0.000,-0.005 0.000,-0.002 0.000,-0.003 0.000,-0.001 0.000,-0.001 0.000,0.000 0.000,-0.001 0.000,0.001 0.000,0.000 0.000,-0.001 0.000,0.001 0.000,0.001 0.000,-0.001 0.000,0.001 0.000,-0.001 0.000,0.001 0.000,0.000 0.000,0.000 0.000,-0.001 0.000,0.001 0.000,0.000 0.000,0.000 0.000,0.000 0.000,0.000 0.000,-0.000 0.000,0.000 0.000,-0.001 0.000,0.001 0.000,0.000 0.000,-0.000 0.000,0.000 0.000,0.000 0.000,0.000 0.000,-0.001 0.000,0.001 0.000,0.000 0.000,0.000 0.000,0.000 0.000,0.000 0.000,-0.000 0.000,-0.001 0.000,0.001 0.000,0.000 0.000,0.000 0.000,-0.000 0.000,0.000 0.000,-0.001 0.000,0.001 0.000,0.000 0.000,-0.000 0.000,0.000 0.000,0.000 0.000,0.000 0.000,-0.001 0.000,0.001 0.000,0.000 0.000,0.000 0.000,0.000 0.000,0.000 0.000,-0.018 0.000,-0.059 0.000,-0.058 0.000,-0.056 0.000,-0.203 0.000,-0.072 0.000,0.133 0.000,-0.022 0.000,-0.204 0.000,-0.116 0.000,0.014 0.018,-0.212 0.031,-0.905 0.064,-0.452 0.020,-0.078-0.011,-0.277-0.006,0.387-0.032,-0.248-0.008,-0.740 0.023,-0.380 0.027,-0.359 0.014,-0.329 0.004,-2.027 0.089,-0.043 0.045,0.437 0.052,-0.243 0.023,1.874-0.093,0.043 0.019,-1.086 0.085,0.227-0.017,0.838-0.041,0.298 0.007,0.306-0.009,0.297-0.020,0.299-0.030,0.289-0.031,-0.245 0.040,0.438 0.007,0.994-0.088,0.199-0.012,0.036 0.005,0.211-0.023,0.181-0.023,0.150-0.022,-0.007-0.005,0.207-0.029,0.173-0.025,0.136-0.020,0.103-0.014,0.073-0.010,0.049-0.007,0.030-0.004,0.016-0.001,0.006-0.001,-0.034 0.002,-0.074 0.001,-0.093 0.000,-0.159 0.001,-0.123 0.000,-0.053 0.002,-0.124 0.000,-0.101 0.001,-0.082 0.001,-0.087 0.000,-0.087 0.000,-0.431 0.001,-0.144 0.000,0.450 0.000,-0.042 0.000,-0.229 0.000,-0.039 0.000,-0.030 0.000,-0.020 0.001,-0.441-0.001,-0.036 0.000,0.413 0.000,0.012 0.001,0.209 0.017,0.004 0.031,-0.597 0.101,0.033 0.078,0.424-0.002,0.026 0.045,0.017 0.043,0.012 0.038,0.384-0.055,-0.333 0.131,0.040 0.003,0.068 0.004,0.088 0.007,-0.030 0.065,0.126 0.005,0.222-0.077,0.089-0.036,-0.004 0.025,0.086-0.014,0.160-0.071,0.085-0.036,0.058-0.038,0.040-0.040,-0.027-0.010,0.057-0.053,0.051-0.045,0.046-0.038,0.037-0.030,0.030-0.022,0.023-0.018,-0.006-0.011,-0.017-0.008,-0.026-0.005,-0.030 0.000,-0.031-0.001,0.000 0.003,-0.032 0.001,0.049 0.004,-0.023 0.001,-0.212-0.001,-0.093 0.002,-0.091 0.002,0.166 0.002,-0.047 0.000,-0.383 0.001,-0.130-0.000,0.165-0.023,-0.040-0.039,0.078-0.010,-0.054-0.013,-0.211-0.042,-0.074-0.040,-0.370-0.073,0.002-0.003,0.477 0.081,-0.012 0.013,-0.327-0.050,0.021-0.022,0.010-0.032,0.002-0.035,0.024-0.008,0.041 0.014,0.327 0.078,0.023 0.019,-0.121-0.023,0.021-0.011,-0.330-0.078,0.131 0.030,0.433 0.095,0.073 0.024,-0.131 0.000,0.208 0.052,0.026 0.020,0.027 0.019,-0.017 0.013,0.083 0.015,-0.009-0.015,0.085-0.030,0.068-0.041,0.078-0.017,0.070-0.008,0.062 0.003,0.053 0.008,0.044 0.010,0.032 0.011,0.025 0.010,0.016 0.010,0.012 0.008,0.006 0.007,0.003 0.005,-0.000 0.003,0.000 0.003,-0.003 0.001,-0.001 0.002,-0.003 0.000,-0.019 0.007,-0.033 0.007,-0.039 0.008,-0.037 0.008,-0.036 0.007,-0.031 0.006,-0.036-0.023,-0.085-0.046,-0.032-0.009,-0.082-0.011,-0.082-0.024,-0.079-0.037,-0.173-0.042,-0.073-0.002,-0.056 0.010,-0.041 0.020,0.087 0.015,-0.021-0.019,-0.018-0.005,-0.016 0.006,-0.013-0.011,-0.011-0.023,-0.009-0.005,-0.007 0.007,-0.131-0.009,0.004 0.027,0.155 0.045,0.045 0.023,0.137 0.035,0.007 0.016,-0.299-0.003,0.063 0.027,0.627 0.024,-0.568-0.105,0.107-0.020,0.415 0.072,0.019 0.002,-0.145-0.030,0.075 0.013,0.064 0.014,0.054 0.016,0.043 0.014,0.034 0.013,-0.009 0.004,0.051 0.008,0.044 0.003,0.037 0.001,0.031-0.001,0.022-0.001,0.017-0.003,0.012-0.002,0.006-0.002,0.005-0.002,0.001-0.002,0.000-0.001,0.000 0.000,-0.002-0.002,-0.002 0.001,-0.001-0.001,-0.002-0.001,-0.000 0.001,-0.002 0.000,0.000 0.000,-0.001-0.000,-0.000 0.000,-0.001 0.000,0.001 0.000,-0.008 0.010,-0.032 0.003,-0.040 0.004,-0.040 0.005,-0.040 0.004,0.000-0.019,-0.035-0.036,-0.125-0.054,-0.043-0.013,0.070 0.028,-0.021 0.007,0.054 0.001,0.014-0.023,-0.085-0.055,0.000-0.004,0.042 0.027,-0.008 0.013,-0.063-0.028,-0.014-0.027,0.161 0.064,-0.214-0.100,0.025 0.022,0.028 0.032,0.063 0.027,0.036 0.007,0.035 0.000,0.032-0.003,0.026-0.007,0.007-0.009,0.023 0.006,0.019 0.011,0.014 0.011,0.011 0.010,0.007 0.011,0.004 0.008,0.003 0.006,0.002 0.005,-0.001 0.004,0.001 0.003,0.007 0.006,-0.001 0.000,-0.002 0.000,-0.002-0.001,-0.002 0.000,-0.002-0.001,-0.001-0.001,-0.002-0.001,0.000 0.000,-0.002-0.001,0.001 0.000,0.005-0.007,0.012-0.007,0.016-0.010,0.014-0.007,0.014-0.009,0.012-0.007,0.010-0.005,0.009-0.005,0.005-0.003,0.004-0.003,0.003-0.001,0.002-0.001,0.002-0.001,-1.196-1.431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153.000 375.000,'0.006'0.000,"0.008"0.000,0.009 0.000,0.009 0.000,0.008 0.000,0.008 0.000,0.004 0.000,0.004 0.000,0.004 0.000,0.001 0.000,0.001 0.000,0.001 0.000,0.000 0.000,-0.000 0.000,0.000 0.000,-0.001 0.000,0.001 0.000,-0.001 0.000,-0.001 0.000,0.001 0.000,0.000 0.000,-0.001 0.000,0.000 0.000,0.000 0.000,0.001 0.000,-0.001 0.000,0.000 0.000,0.000 0.000,0.000 0.000,0.000 0.000,0.001 0.000,-0.001 0.000,0.000 0.000,0.000 0.000,0.000 0.000,0.001 0.000,-0.001 0.000,0.000 0.000,0.000 0.000,0.001 0.000,-0.001 0.000,0.000 0.000,0.000 0.000,0.000 0.000,0.001 0.000,-0.001 0.000,0.000 0.000,-0.000 0.000,0.001 0.000,0.086 0.000,0.148 0.000,0.171 0.000,0.048 0.000,0.172 0.000,0.318 0.000,0.216 0.000,0.224 0.000,0.212 0.000,-0.232 0.000,0.159 0.000,0.732-0.030,0.230-0.048,0.183-0.028,0.140-0.012,-0.238 0.011,0.075 0.005,-0.287 0.018,0.059 0.008,0.532 0.000,0.101 0.012,0.044 0.010,0.395 0.007,-0.062 0.012,-0.445 0.012,-0.041 0.006,-0.054 0.006,-0.059 0.005,-0.038 0.003,-0.018 0.002,0.698 0.004,-0.045 0.001,-1.095-0.001,-0.034 0.001,0.672 0.030,-0.005 0.048,-0.338 0.013,0.012 0.011,0.367 0.046,0.016 0.044,-0.681-0.015,0.024 0.033,0.787 0.089,0.081 0.001,-0.336-0.024,0.023 0.017,0.017 0.022,0.013 0.024,0.729 0.088,-0.107-0.032,-1.163-0.125,-0.054 0.004,-0.386-0.046,-0.033-0.010,0.620 0.073,-0.061 0.009,-0.070-0.009,-0.073-0.019,-0.047-0.027,-0.027-0.031,0.566 0.003,-0.042-0.048,-0.630-0.039,-0.052 0.014,0.216 0.023,-0.063-0.008,-0.538-0.046,0.012-0.010,0.277-0.001,0.010-0.016,0.265-0.009,-0.018-0.018,-0.310-0.020,-0.060-0.011,0.163-0.008,-0.093-0.009,-0.511-0.008,-0.044-0.004,0.533-0.003,-0.142-0.005,-0.365 0.000,-0.109-0.001,-0.097 0.000,-0.388 0.002,-0.288 0.001,0.882-0.003,0.035 0.001,-0.154-0.022,0.016-0.039,0.197-0.039,0.007-0.014,-0.179-0.013,0.001-0.036,-0.018-0.017,-0.033-0.004,0.150-0.046,-0.017-0.030,-0.179 0.002,0.001-0.031,0.008-0.031,0.013-0.031,0.160-0.081,-0.038-0.028,-0.207 0.058,-0.043 0.025,-0.018 0.011,0.000 0.002,0.140-0.052,-0.030-0.009,-0.177 0.041,-0.030-0.012,0.239-0.119,-0.052-0.011,-0.541 0.210,-0.010-0.005,0.463-0.244,-0.078-0.012,-0.059-0.038,-0.346 0.197,-0.005 0.022,0.185-0.091,-0.039 0.014,-0.049 0.010,-0.052 0.003,-0.103 0.052,0.004-0.003,-0.006-0.007,-0.013-0.009,0.140-0.121,-0.037-0.006,-0.249 0.186,-0.015 0.028,0.078-0.031,0.026 0.009,0.057-0.023,-0.012 0.010,-0.027 0.008,0.174-0.095,-0.140 0.076,0.007-0.017,0.020 0.006,0.030 0.025,-0.062 0.055,0.034 0.000,0.432-0.200,-0.028-0.007,-0.511 0.252,-0.019 0.019,-0.001-0.007,0.177-0.108,-0.014-0.020,0.064-0.044,-0.035 0.030,-0.037 0.015,-0.038 0.003,-0.188 0.102,-0.046 0.022,0.069-0.033,-0.037 0.047,0.020 0.007,-0.088 0.050,-0.090 0.038,-0.080 0.029,-0.069 0.020,-0.056 0.013,-0.042 0.009,-0.033 0.003,-0.020 0.002,-0.015-0.001,-0.007-0.001,-0.004-0.002,-0.001-0.003,0.002-0.002,0.002-0.001,0.002-0.003,0.004-0.000,0.002-0.001,0.002-0.001,0.001 0.000,0.002-0.001,0.011-0.011,0.015-0.017,0.017-0.018,0.017-0.019,0.014-0.017,0.013-0.014,0.009-0.010,0.008-0.010,0.005-0.005,-0.006 0.015,0.006-0.010,0.006-0.013,0.007-0.011,0.005-0.012,0.005-0.010,0.005-0.009,-0.016 0.017,-0.012-0.003,-0.013-0.002,-0.015 0.000,-0.035 0.132,0.073-0.146,0.013-0.005,0.005-0.014,-0.003-0.020,0.035-0.069,0.033-0.026,-0.020 0.056,0.029-0.047,0.157-0.251,0.052-0.041,-0.124 0.164,-0.010-0.068,0.124-0.347,0.008-0.030,-0.120 0.280,0.011-0.019,0.065-0.133,0.020-0.030,0.075-0.175,0.017-0.071,-0.042 0.068,0.010-0.062,0.069-0.217,0.007-0.063,-0.079 0.138,-0.037 0.001,-0.046-0.011,-0.048-0.020,-0.027 0.000,-0.010 0.013,0.011-0.131,-0.034 0.042,-0.019-0.088,-0.064 0.232,-0.035 0.103,-0.052 0.310,-0.018 0.059,0.000-0.295,-0.031 0.127,-0.022 0.376,-0.008 0.036,-0.005 0.043,-0.005 0.051,-0.008-0.115,-0.005 0.093,0.000 0.075,0.000 0.059,0.002 0.044,-0.029 0.030,-0.042 0.026,-0.048 0.018,-0.048 0.011,-0.041 0.006,-0.037 0.003,0.059 0.044,-0.056-0.023,-0.156-0.058,-0.062-0.003,-0.005 0.006,-0.066-0.027,-0.068-0.007,0.043 0.030,-0.023 0.010,-0.250-0.029,-0.095 0.027,0.027 0.020,-0.083-0.015,-0.060-0.004,-0.039 0.007,-0.196-0.006,-0.055 0.022,0.114 0.037,-0.038 0.019,-0.238 0.011,-0.082 0.021,0.089 0.023,-0.109 0.013,-0.120 0.010,-0.122 0.010,-0.142 0.006,-0.147 0.006,-0.482 0.004,-0.198 0.004,0.175 0.001,-0.138 0.001,-0.109-0.001,-0.083 0.001,-0.084 0.000,-0.080-0.002,-0.487 0.001,-0.057-0.001,0.838-0.002,0.026-0.001,0.426 0.000,0.016 0.000,-1.199-0.001,0.028 0.000,0.433 0.000,0.035-0.001,-0.727 0.001,0.088-0.002,1.185 0.001,0.055 0.000,-0.642 0.000,0.082-0.001,0.405 0.001,0.056 0.000,-0.238 0.000,0.105-0.001,0.670 0.001,0.053 0.000,-0.503 0.000,0.072 0.000,0.601 0.000,0.057 0.000,-0.645 0.000,0.135 0.000,0.546 0.000,0.076 0.000,-0.130 0.000,0.070 0.000,0.432 0.000,0.049 0.000,-0.273 0.000,0.080 0.000,0.481 0.000,-0.303 0.000,0.018 0.000,0.000 0.000,-0.014 0.000,-0.152 0.000,0.025 0.000,0.007 0.000,-0.002 0.000,0.167 0.000,0.019 0.000,-0.144 0.000,0.077 0.000,0.086 0.000,0.648 0.000,-1.044 0.000,-0.093 0.000,0.746 0.000,-0.002 0.000,-0.518 0.000,-0.084 0.000,0.301 0.000,-0.037 0.000,-0.603 0.000,-0.023 0.000,0.564 0.000,-0.002 0.000,-0.199 0.000,-0.008 0.000,-0.196 0.000,0.007 0.000,0.387 0.000,0.001 0.000,-0.196 0.000,-0.006 0.000,0.376 0.000,-0.012 0.000,-0.851 0.000,-0.057 0.000,0.180 0.000,-0.025 0.000,0.408 0.000,-0.029 0.000,-0.498 0.000,-0.042 0.000,-0.260 0.000,0.003 0.000,0.726 0.000,0.027 0.000,-0.219 0.000,-0.007 0.000,0.231 0.000,0.007 0.000,-0.613 0.000,0.118 0.000,0.690 0.000,0.069 0.000,-0.266 0.000,0.102 0.000,0.238 0.000,0.064 0.000,0.076 0.000,0.082 0.000,0.280 0.000,-0.257 0.000,0.126 0.000,0.105 0.000,0.085 0.000,0.004 0.008,0.127 0.011,0.115 0.014,0.096 0.013,0.078 0.012,0.061 0.009,0.043 0.009,0.030 0.006,0.020 0.005,0.010 0.003,0.005 0.002,-0.007-0.012,-0.020-0.009,-0.025-0.012,-0.026-0.011,-0.024-0.012,-0.022-0.009,-0.018-0.008,-0.016-0.007,0.012-0.005,-0.030-0.003,-0.036-0.003,-0.036-0.001,-0.033-0.001,-0.018-0.001,-0.012-0.001,-0.029-0.000,-0.016 0.001,0.034-0.000,-0.014 0.000,-0.179-0.001,-0.009 0.002,0.267 0.013,-0.003 0.024,-0.123 0.043,-0.013 0.018,-0.132 0.038,-0.004-0.002,0.181-0.045,-0.002-0.008,-0.064 0.002,-0.005-0.012,-0.004-0.011,-0.003-0.011,-0.036-0.007,0.050-0.012,0.078-0.009,0.014-0.007,0.004-0.005,-0.002-0.004,0.016-0.002,0.029-0.003,0.037-0.002,-0.001 0.013,0.004 0.021,-0.009 0.026,-0.017 0.029,0.044-0.005,-0.018 0.005,-0.090 0.025,0.019-0.005,0.046-0.021,-0.004-0.010,-0.021-0.006,0.005-0.013,0.010-0.011,0.010-0.010,-0.072-0.006,0.012-0.010,0.012-0.009,0.056-0.006,-0.013-0.003,0.016 0.011,0.000 0.021,0.005 0.026,0.005 0.028,-0.072 0.045,0.005 0.004,0.008-0.010,0.003-0.013,0.018-0.021,0.020-0.020,0.018-0.019,0.025-0.010,0.028-0.003,0.026 0.000,0.023 0.004,0.019 0.004,0.016 0.005,0.011 0.005,0.008 0.003,0.005 0.004,0.003 0.002,0.002 0.002,0.001 0.002,0.000 0.000,-0.001 0.001,-0.003 0.024,-0.004 0.035,-0.005 0.039,-0.003 0.039,-0.005 0.034,-0.002 0.029,0.007-0.039,-0.035 0.008,-0.042 0.005,-0.045 0.005,0.003-0.012,0.005 0.003,0.019 0.002,0.026 0.002,-0.027 0.041,-0.005-0.008,-0.012-0.010,-0.018-0.011,-0.021-0.013,-0.033 0.009,0.012-0.018,0.023-0.017,0.026-0.014,0.025-0.013,0.023-0.010,0.036-0.012,0.038-0.010,0.035-0.008,0.033-0.006,0.027-0.005,0.021-0.004,0.017-0.003,0.012-0.001,0.008-0.001,0.006-0.001,0.002 0.001,0.002-0.001,-0.001 0.001,0.001-0.001,-0.002 0.002,-0.001 0.019,-0.002 0.028,0.000 0.030,-0.001 0.029,-0.001 0.026,0.000 0.022,-0.024-0.062,-0.040 0.026,-0.054 0.108,-0.017 0.041,-0.010 0.049,0.012 0.006,0.018-0.008,0.033-0.070,0.014 0.008,-0.004-0.034,-0.030 0.014,0.001-0.052,-0.006-0.015,-0.031 0.078,0.009 0.002,0.023-0.034,0.013 0.012,0.031-0.094,-0.022 0.171,0.020-0.010,0.017-0.014,0.001-0.057,-0.015-0.016,-0.020-0.018,-0.026-0.015,-0.009 0.002,0.000 0.012,0.018-0.020,0.008 0.021,0.006 0.032,0.013 0.004,0.012-0.003,0.011-0.007,0.010 0.023,0.010 0.010,0.011-0.074,0.005 0.012,0.002 0.119,0.005 0.023,0.004-0.014,0.001 0.054,0.001 0.038,0.001 0.025,0.001 0.015,0.000 0.008,0.000 0.074,0.000-0.008,-0.001-0.223,-0.001-0.003,-0.000 0.052,0.000-0.031,0.000 0.147,0.000-0.034,-0.019-0.180,-0.032-0.006,-0.048 0.109,-0.019 0.001,0.009-0.075,0.001-0.034,-0.015 0.064,0.015-0.014,0.048-0.170,0.007 0.006,-0.010 0.123,0.012-0.026,0.016-0.047,0.008 0.005,0.006 0.018,0.007-0.004,0.005-0.007,0.004-0.009,0.003 0.025,0.003-0.026,0.002-0.029,0.000-0.028,0.000-0.026,-0.001-0.023,-0.000-0.018,0.000-0.001,-0.001-0.007,-0.001-0.002,0.000 0.000,-0.001 0.002,0.000 0.003,-0.001 0.003,0.000 0.004,0.000 0.003,0.000 0.003,0.000-0.006,0.000 0.013,0.000 0.013,0.000 0.014,-0.001 0.013,0.001 0.012,0.000 0.009,0.000-0.030,0.000 0.023,0.000 0.035,0.000 0.011,0.000 0.005,0.000 0.000,0.000 0.081,0.000-0.003,0.000-0.006,0.000-0.003,0.000-0.021,0.000-0.021,0.000-0.021,0.000-0.038,0.000-0.028,0.000-0.029,0.000-0.024,0.000-0.022,0.000-0.017,0.000-0.012,0.000-0.009,0.000-0.007,0.000-0.004,0.000-0.003,0.000 0.000,0.000-0.000,0.000 0.000,0.000 0.001,0.000 0.001,0.000 0.009,0.000 0.008,0.000 0.009,0.000 0.008,0.000 0.008,0.000 0.006,0.000 0.005,0.000 0.003,0.000 0.003,0.000 0.002,0.000 0.001,0.000 0.016,0.000 0.019,0.000 0.024,0.000 0.021,0.000 0.020,0.000 0.016,0.000-0.065,0.000 0.004,0.000 0.002,0.000 0.003,0.000 0.001,0.000 0.003,0.000 0.001,0.000 0.001,0.000 0.061,0.000-0.026,0.000-0.032,0.000-0.033,0.000-0.030,0.000-0.027,0.000-0.021,0.000-0.016,0.000-0.013,0.000-0.009,0.003-0.007,0.006-0.007,0.006-0.003,0.006-0.004,0.004-0.001,0.006-0.002,0.002-0.001,0.004 0.000,0.001 0.000,0.002 0.001,0.000-0.001,0.002 0.001,-0.001 0.000,0.000 0.000,0.000 0.001,0.000-0.001,0.000 0.001,-0.001 0.000,0.001-0.000,-0.001 0.000,0.000 0.000,0.000 0.000,0.001 0.000,-0.001 0.000,-0.001 0.000,0.010 0.005,0.012 0.007,0.015 0.010,0.016 0.008,0.013 0.010,0.011 0.006,0.010 0.006,0.006 0.005,0.007 0.003,0.002 0.002,0.003 0.001,0.002 0.002,0.000-0.000,0.000-0.001,-0.014-0.002,0.001 0.015,0.001 0.020,0.001 0.021,0.002 0.019,0.001 0.017,0.001 0.015,0.030 0.045,0.013 0.004,0.015-0.002,0.013-0.005,1.605 0.673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683.000 441.000,'0.009'0.000,"0.015"0.000,0.015 0.000,0.016 0.000,0.015 0.000,0.011 0.000,0.010 0.000,0.007 0.000,0.005 0.000,0.004 0.000,0.003 0.000,0.001 0.000,0.000 0.000,0.001 0.000,-0.001 0.000,0.000 0.000,-0.001 0.000,0.000 0.000,-0.001 0.000,0.000 0.000,0.000 0.000,-0.001 0.000,0.000 0.000,0.001 0.000,-0.001 0.000,0.000 0.000,0.000 0.000,0.000 0.000,-0.000 0.000,0.000 0.000,0.000 0.000,0.000 0.000,0.000 0.000,-0.000 0.000,0.000 0.000,0.000 0.000,0.000 0.000,0.014 0.000,0.072 0.000,-0.052 0.000,0.387 0.000,0.243 0.000,0.419 0.000,0.296 0.000,0.088 0.000,0.270 0.000,0.544 0.000,0.248 0.000,-0.143 0.000,0.130 0.000,0.110 0.000,0.092 0.000,0.475 0.000,0.095 0.000,-0.346 0.000,0.021 0.000,0.035 0.000,0.042 0.000,0.425 0.000,-0.015 0.000,-0.428 0.000,-0.030 0.000,0.395 0.000,-0.198 0.000,-0.235 0.000,-1.745-0.012,2.023-0.079,-0.107-0.034,-1.084 0.032,-0.127-0.001,0.390-0.053,-0.182-0.038,-0.830 0.056,-0.079-0.003,0.124-0.019,-0.087 0.008,0.228-0.023,-0.173 0.022,-0.292 0.035,-0.125 0.018,0.072 0.004,-0.155 0.024,-0.411 0.033,-0.037 0.006,0.170-0.030,-0.051-0.037,-0.038-0.021,-0.029-0.007,0.009 0.002,0.034 0.009,-0.094 0.031,0.041 0.009,0.137-0.023,0.062-0.027,0.059-0.015,0.052-0.004,0.393-0.044,0.034 0.020,-0.579 0.081,-0.015 0.008,0.319-0.016,-0.002 0.018,-0.029 0.016,-0.046 0.014,-0.500 0.025,0.380-0.030,-0.022-0.032,-0.026-0.019,-0.029-0.009,0.018-0.016,-0.089 0.007,-0.067 0.010,-0.048 0.014,0.013-0.017,-0.102-0.009,-0.099-0.015,-0.087-0.016,-0.075-0.018,-0.058-0.015,-0.045-0.013,-0.032-0.010,-0.022-0.008,-0.011-0.010,-0.008-0.027,-0.002-0.028,-0.001-0.028,0.001-0.025,0.006 0.058,0.002-0.023,-0.021-0.073,-0.032-0.015,-0.039-0.006,-0.023-0.004,-0.004 0.020,0.005 0.023,0.013 0.025,0.016 0.026,0.020 0.021,0.014-0.012,0.015-0.020,0.011-0.026,0.012 0.017,0.007-0.025,0.042 0.007,0.066-0.051,0.206-0.327,0.159-0.161,-0.002 0.104,0.091-0.062,0.207-0.199,0.137-0.093,-0.019 0.058,0.062-0.069,-0.080 0.093,0.033-0.055,0.299-0.374,0.022-0.014,0.001 0.021,-0.011 0.041,-0.171 0.224,-0.053 0.079,-0.185 0.207,-0.076 0.063,0.041-0.065,-0.078 0.083,-0.088 0.098,-0.067 0.081,-0.048 0.065,-0.012 0.020,-0.077 0.097,-0.047 0.021,-0.132 0.100,-0.121 0.079,-0.102 0.055,-0.082 0.039,-0.063 0.024,-0.046 0.014,-0.031 0.005,-0.019 0.001,-0.011-0.002,-0.004-0.005,-0.001-0.005,0.025 0.026,-0.067-0.011,-0.083-0.016,-0.088-0.015,-0.051-0.016,-0.077-0.033,-0.170-0.074,-0.076-0.045,-0.242-0.050,-0.123-0.017,-0.099-0.018,-0.186-0.056,-0.118-0.037,-0.065-0.023,0.297 0.098,-0.057-0.009,-0.237-0.036,-0.025 0.040,0.211 0.091,0.039 0.047,0.026 0.023,0.015 0.007,0.008 0.018,0.002 0.023,-0.321-0.013,0.074 0.046,0.396 0.067,0.057 0.027,0.208 0.030,0.061 0.015,-0.280 0.006,0.134 0.021,0.277 0.017,0.032 0.008,0.014 0.006,-0.096 0.004,0.068 0.001,-0.018 0.002,-0.191 0.002,-0.052 0.000,-0.036 0.000,-0.043-0.001,-0.050-0.001,-0.210-0.030,-0.048-0.049,0.131-0.016,-0.030-0.012,-0.203-0.018,-0.022 0.004,0.190 0.020,0.027 0.009,0.014 0.010,0.002 0.012,-0.146 0.006,0.043 0.012,0.227 0.014,0.081 0.008,-0.091 0.005,0.019 0.007,0.152 0.005,0.015 0.003,0.037 0.002,0.049 0.002,0.056 0.001,0.058 0.000,-0.061 0.002,0.023-0.001,0.037 0.000,0.045 0.000,0.204-0.002,0.025 0.000,-0.235 0.075,-0.049 0.056,0.049 0.019,0.378-0.070,0.011-0.003,-0.160 0.030,0.063-0.013,0.138-0.012,0.014 0.022,-0.186 0.092,0.010 0.001,0.069-0.008,0.022 0.017,0.021 0.021,0.018-0.027,-0.052-0.014,-0.008-0.020,0.021-0.025,0.104-0.028,-0.002 0.016,-0.106 0.049,-0.012-0.002,0.077-0.030,-0.041 0.022,-0.366 0.119,-0.096-0.012,0.310-0.095,-0.006 0.015,-0.106 0.034,-0.034-0.007,0.349-0.104,-0.507 0.176,-0.009 0.002,-0.014-0.018,-0.017-0.028,0.114-0.031,0.021 0.010,0.005-0.003,-0.007-0.013,0.008-0.020,0.018-0.023,-0.148 0.042,0.054 0.020,0.266-0.072,-0.007-0.008,-0.200 0.056,-0.034 0.025,0.087-0.024,0.009-0.009,-0.069 0.007,0.032-0.026,0.174-0.040,-0.012 0.013,-0.179 0.083,0.011 0.041,0.104-0.023,0.021-0.006,-0.001-0.016,-0.019-0.023,-0.089 0.024,0.011 0.014,0.123-0.033,-0.101 0.034,0.051-0.032,0.151-0.039,0.070 0.003,0.074 0.010,0.011 0.046,0.090-0.020,0.073-0.027,0.056-0.032,0.040-0.029,0.028-0.027,0.017-0.022,0.010-0.018,0.004-0.013,0.001-0.009,-0.003-0.007,-0.002-0.004,-0.004-0.002,-0.004-0.001,-0.003 0.000,-0.003 0.001,-0.002 0.001,-0.001 0.000,-0.002 0.002,-0.001 0.000,0.000 0.001,-0.001 0.001,0.001 0.000,-0.001 0.000,0.000 0.001,0.001-0.001,-0.001 0.001,0.001-0.001,0.000 0.001,-0.172 0.086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180.000 619.000,'0.007'0.000,"0.009"0.000,0.013 0.000,0.010 0.000,0.010 0.000,0.008 0.000,0.007 0.000,0.004 0.000,0.005 0.000,0.001 0.000,0.003 0.000,0.000 0.000,0.000 0.000,0.000 0.000,0.000 0.000,0.000 0.000,-0.001 0.000,0.000 0.000,0.000 0.000,0.000 0.000,-0.001 0.000,0.000 0.000,0.000 0.000,-0.000 0.000,0.000 0.000,0.000 0.000,0.000 0.000,0.000 0.000,-0.000 0.000,0.000 0.000,0.000 0.000,0.000 0.000,0.000 0.000,-0.000 0.000,0.000 0.000,0.000 0.000,0.000 0.000,0.000 0.000,-0.000 0.000,0.000 0.000,0.075 0.000,0.119 0.000,0.135 0.000,0.061 0.000,0.145 0.000,0.154 0.000,0.077 0.000,0.046 0.000,0.019 0.000,-0.497 0.000,0.325 0.000,0.655 0.000,0.233 0.000,-0.040 0.000,0.121 0.000,0.309 0.000,0.035 0.000,-0.211 0.000,0.019 0.000,0.020 0.000,0.021 0.000,0.292 0.000,0.055 0.000,0.352 0.000,-0.273 0.000,-0.057 0.000,-0.536 0.000,-0.015 0.000,0.733 0.000,-0.035 0.000,-0.015 0.000,-0.002 0.000,0.117 0.000,0.074 0.000,0.040 0.000,-0.513 0.000,0.025 0.000,0.059 0.000,0.080 0.000,0.370 0.000,0.049 0.000,-0.330 0.000,-0.062 0.000,-0.351 0.000,-0.064 0.000,0.685 0.000,-0.160 0.000,-0.825 0.000,-0.097 0.000,0.277 0.000,-0.146 0.000,-0.312 0.000,-0.131 0.000,-0.380 0.000,0.137 0.000,-0.115 0.000,-0.049-0.030,-0.148-0.048,-0.102-0.058,-0.146-0.036,-0.123-0.025,-0.096-0.017,-0.075-0.009,-0.052-0.005,-0.037 0.000,-0.022 0.002,-0.013 0.002,-0.006 0.004,-0.003-0.004,0.005 0.026,0.006 0.028,0.008 0.027,0.007 0.023,0.006 0.022,0.006 0.015,0.005 0.012,0.003 0.009,0.002 0.006,0.002 0.003,0.000 0.003,0.002 0.000,-0.001-0.000,0.001-0.001,-0.001 0.000,0.000-0.001,-0.000-0.001,0.000-0.001,0.000 0.000,-0.001-0.001,0.000 0.000,0.000 0.000,0.000-0.001,0.000 0.001,0.000-0.001,0.000 0.000,0.000 0.001,0.000-0.001,0.000 0.000,0.000 0.001,0.000-0.001,0.000 0.000,0.000 0.001,0.000-0.001,0.000 0.001,-0.005-0.004,-0.006-0.006,-0.009-0.008,-0.007-0.009,-0.008-0.007,-0.005-0.007,-0.006-0.005,-0.004-0.004,-0.003-0.003,-0.001-0.002,-0.002-0.001,-0.001-0.002,-0.001-0.000,0.001 0.000,0.000 0.001,0.000-0.001,0.000 0.001,0.000-0.001,0.008-0.014,0.006-0.034,0.008-0.039,0.006-0.040,0.008-0.036,0.007 0.005,0.004-0.070,0.050-0.080,0.123-0.273,0.095-0.053,-0.061 0.268,0.034-0.003,0.096-0.175,0.000-0.043,-0.066 0.144,0.013-0.006,0.119-0.246,-0.030 0.020,-0.113 0.271,0.007 0.044,0.064-0.081,-0.024 0.039,-0.009 0.003,-0.048 0.066,-0.049 0.064,-0.046 0.059,-0.039 0.051,-0.033 0.042,-0.026 0.034,-0.030 0.015,-0.029 0.028,-0.027 0.022,-0.021 0.015,-0.017 0.011,-0.011 0.008,-0.009 0.003,-0.005 0.002,-0.003 0.001,-0.002-0.001,0.000-0.001,0.001-0.001,0.000-0.001,0.002-0.001,-0.000-0.002,0.001 0.000,0.002-0.001,-0.001-0.001,0.002 0.000,-0.001 0.000,0.002 0.014,-0.037-0.014,-0.043-0.018,-0.049-0.020,-0.052-0.044,-0.081-0.077,-0.063-0.064,-0.050-0.056,-0.135-0.103,-0.075-0.041,0.022 0.039,-0.055-0.015,-0.029-0.010,-0.009-0.008,0.192 0.140,0.004 0.018,-0.268-0.154,0.026 0.016,0.118 0.089,0.029 0.042,0.103 0.082,0.018 0.037,-0.162-0.067,0.093 0.011,0.214 0.105,0.021 0.019,-0.098-0.033,0.053 0.041,0.052 0.037,0.049 0.033,0.043 0.030,0.038 0.023,0.030 0.019,-0.324 0.089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373.000 718.000,'0.009'0.000,"0.013"0.000,0.016 0.000,0.014 0.000,0.013 0.000,0.012 0.000,0.008 0.000,0.006 0.000,0.006 0.000,0.002 0.000,0.003 0.000,-0.000 0.000,0.002 0.000,-0.001 0.000,-0.001 0.000,0.000 0.000,0.000 0.000,0.000 0.000,-0.001 0.000,-0.001 0.000,0.001 0.000,-0.001 0.000,0.000 0.000,0.000 0.000,0.000 0.000,-0.000 0.000,0.000 0.000,0.000 0.000,0.000 0.000,0.000 0.000,0.124 0.000,0.190 0.000,-0.099 0.000,0.128 0.000,0.599 0.000,0.373 0.000,-0.141 0.000,0.155 0.000,1.201 0.000,0.220 0.000,-1.238 0.000,0.094 0.000,1.066 0.000,0.130 0.000,-0.297 0.000,-0.009 0.000,0.219 0.000,-0.178 0.000,-1.496 0.000,1.281 0.000,-0.182 0.000,-0.405 0.000,-0.150 0.000,-0.163 0.000,-0.164 0.000,-0.060 0.000,-0.231 0.000,-0.270 0.000,-0.121 0.000,0.027-0.014,-0.206-0.022,-0.174-0.024,-0.139-0.022,-0.104-0.022,-0.075-0.017,-0.051-0.014,-0.030-0.010,-0.017-0.007,-0.007-0.006,0.002-0.002,0.003-0.002,0.007-0.001,0.007 0.000,0.007 0.001,0.006 0.001,0.005-0.000,0.004 0.001,0.002 0.001,0.009-0.017,0.008-0.032,0.008-0.036,0.008-0.035,0.007-0.032,0.009 0.128,0.002-0.018,-0.000-0.230,0.003-0.103,0.001 0.066,0.002-0.030,0.001-0.196,-0.000-0.068,0.001-0.061,0.000-0.052,0.000-0.042,0.018 0.133,0.029 0.034,0.037 0.046,0.041-0.089,-0.036 0.330,0.025 0.009,0.014-0.009,0.085-0.215,0.001 0.049,-0.011 0.103,0.023 0.024,0.006 0.042,-0.006 0.050,0.008-0.010,-0.027 0.023,-0.018-0.017,-0.063 0.068,-0.061 0.070,-0.056 0.067,-0.049 0.058,-0.038 0.048,-0.031 0.040,-0.021 0.028,-0.017 0.021,-0.009 0.014,-0.006 0.009,-0.003 0.005,-0.001 0.001,0.001 0.000,0.002-0.001,0.001-0.003,0.003-0.001,0.001-0.003,0.002-0.001,0.001-0.002,-0.012-0.017,-0.058-0.025,-0.072-0.029,-0.074-0.031,0.010 0.013,-0.095-0.004,-0.090-0.017,-0.084-0.028,-0.336-0.064,-0.137-0.006,0.029 0.006,-0.085-0.026,-0.242-0.039,-0.073 0.009,0.124 0.021,-0.036-0.017,-0.211-0.063,-0.021-0.031,0.150 0.037,-0.045 0.014,-0.201-0.007,0.036 0.039,0.393 0.064,0.007-0.005,-0.689-0.108,0.109 0.032,0.859 0.139,-0.014 0.015,-0.559-0.031,-0.033 0.031,0.882 0.075,-0.742-0.029,0.030 0.020,-0.124 0.013,0.068 0.016,0.250 0.014,0.094 0.008,-0.170 0.007,0.097 0.006,0.422 0.000,0.053 0.001,-0.133 0.003,0.077 0.000,0.119-0.001,0.009-0.002,0.012 0.000,0.017-0.001,0.019-0.001,0.019-0.001,-0.052-0.001,0.025-0.001,0.090 0.000,0.016-0.001,0.035 0.000,0.050-0.001,-0.015 0.000,0.024 0.000,0.007 0.000,0.037-0.001,0.037 0.001,0.036 0.000,0.030-0.001,0.012 0.001,0.017 0.000,0.011-0.001,0.007 0.001,0.004 0.000,0.000 0.000,0.000 0.000,-0.002 0.000,-0.053 0.000,-0.055 0.000,-0.060 0.000,0.000 0.000,-0.078 0.000,0.039 0.000,-0.090 0.000,-0.290 0.030,-0.104 0.048,0.020 0.037,-0.088 0.050,-0.231 0.087,-0.091 0.059,0.250-0.038,-0.049 0.032,-0.542 0.155,0.007-0.018,0.051-0.006,0.079 0.000,0.639-0.173,0.022 0.008,-0.013-0.001,-0.292 0.075,0.030-0.026,0.029-0.011,0.025 0.002,-0.079 0.022,0.079-0.031,0.189-0.065,0.067-0.032,0.087-0.034,0.096-0.032,0.016 0.011,0.072 0.016,0.020 0.038,0.112 0.000,0.104-0.007,0.090-0.010,0.074-0.013,0.060-0.011,0.043-0.012,0.032-0.009,0.021-0.008,0.013-0.006,0.007-0.005,0.002-0.003,-0.001-0.002,-0.002-0.001,-0.003-0.001,-0.003 0.000,-0.004 0.000,-0.004 0.010,-0.002 0.031,-0.002 0.038,-0.001 0.037,-0.002 0.037,-0.030 0.018,-0.049 0.037,-0.028 0.034,-0.013 0.033,-0.002-0.002,0.007-0.024,0.042-0.124,0.007 0.003,-0.020 0.144,0.015 0.022,-0.016 0.050,-0.035 0.067,-0.017 0.042,-0.003 0.026,0.035-0.126,0.007 0.007,-0.015 0.145,0.017-0.001,0.025-0.075,0.012-0.006,0.003 0.124,0.017-0.018,0.033-0.515,-0.015 0.415,0.007 0.016,0.006 0.111,0.005 0.048,0.003-0.066,0.003 0.005,0.001 0.134,0.002 0.079,0.000-0.048,-0.001 0.041,0.002 0.311,-0.002 0.084,-0.001-0.361,0.000 0.017,-0.000 0.119,-0.001-0.041,-0.001-0.061,0.000 0.008,0.000 0.098,0.000-0.046,-0.001-0.157,0.001-0.050,-0.001 0.007,0.000-0.109,-0.001-0.007,0.001-0.110,0.000-0.088,0.009-0.081,0.014-0.088,0.016-0.076,0.016-0.062,0.013-0.047,0.012-0.036,0.009-0.024,0.007-0.016,0.005-0.009,0.004-0.005,0.002-0.001,0.001 0.002,0.000 0.001,0.001 0.004,-0.001 0.002,0.000 0.003,-0.001 0.003,0.000 0.001,-0.001 0.001,0.080-0.003,0.121-0.006,-0.057 0.018,0.067 0.059,0.215 0.139,0.213 0.145,0.360 0.248,0.234 0.184,0.228 0.163,0.208 0.142,-0.931-0.593,1.676 1.109,0.262 0.173,-1.047-0.700,0.086 0.034,1.487 0.875,0.151 0.023,-0.674-0.427,-0.002-0.019,-0.341-0.234,0.026-0.037,0.739 0.346,-0.020-0.036,0.250 0.080,-0.172-0.144,-0.204-0.160,-2.445-1.149,2.362 0.924,0.141-0.052,-0.276-0.185,0.056-0.065,0.451 0.033,0.067-0.081,-0.363-0.155,0.010-0.052,-0.020-0.068,-0.040-0.075,-0.029-0.077,-0.019-0.075,0.325-0.045,-0.076-0.079,-0.454-0.077,0.151-0.039,-0.244-0.044,-0.233-0.034,-0.213-0.025,-0.187-0.018,-0.157-0.012,-0.310-0.026,-0.074-0.041,-0.076-0.050,-0.074-0.052,0.110-0.089,-0.034-0.057,-0.171-0.001,0.002-0.036,-0.033-0.030,-0.058-0.027,0.084-0.081,-0.055-0.019,-0.291 0.111,-0.017-0.007,0.234-0.136,-0.016-0.006,-0.133 0.063,-0.007 0.001,0.086-0.063,-0.055 0.004,-0.136 0.069,-0.014 0.003,0.074-0.059,-0.045 0.004,-0.482 0.299,0.460-0.344,-0.028-0.019,-0.119 0.063,-0.030-0.001,-0.052 0.001,-0.067 0.004,0.007-0.063,-0.046 0.010,-0.073 0.043,-0.063 0.027,-0.063 0.028,-0.095 0.150,0.087-0.220,-0.029-0.057,-0.057 0.046,-0.030-0.014,-0.029-0.006,-0.029 0.002,-0.017-0.039,-0.028 0.063,-0.027 0.100,-0.016 0.025,-0.013 0.016,-0.009 0.007,-0.009-0.020,-0.006 0.048,-0.007-0.023,-0.003 0.040,-0.001 0.027,0.005 0.091,0.001-0.009,-0.053-0.016,-0.091-0.080,-0.065-0.022,-0.101-0.088,-0.521-0.622,-0.246-0.259,0.050 0.134,-0.188-0.135,-0.737-0.701,-0.126-0.067,0.059 0.096,-0.082-0.024,-0.044 0.026,0.638 0.654,-0.023 0.048,-0.921-0.687,0.062 0.089,0.204 0.215,0.080 0.113,0.132 0.155,0.497 0.403,0.094 0.115,0.086 0.111,0.239 0.172,0.077 0.059,0.058 0.064,0.040 0.067,0.044 0.049,0.045 0.033,0.028 0.019,0.012 0.009,-0.109-0.023,0.019 0.012,0.028 0.001,-0.086-0.052,0.005-0.011,0.099 0.036,-0.011-0.013,-0.015-0.014,-0.019-0.015,-0.163-0.070,-0.067-0.013,0.088 0.050,-0.023-0.008,-0.015-0.006,-0.010-0.007,-0.137-0.066,0.007-0.003,0.093 0.030,0.077 0.017,0.088 0.021,0.282 0.138,-0.410-0.214,0.046 0.046,0.332 0.167,0.029 0.005,-0.099-0.056,0.058 0.039,0.058 0.046,0.225 0.117,-0.139-0.043,0.040 0.050,-1.233-0.067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1137.000 699.000,'0.011'0.000,"0.017"0.000,0.019 0.000,0.018 0.000,0.017 0.000,0.015 0.000,0.011 0.000,0.009 0.000,0.006 0.000,0.005 0.000,0.003 0.000,0.001 0.000,0.001 0.000,0.000 0.000,0.000 0.000,-0.001 0.000,0.000 0.000,-0.001 0.000,-0.000 0.000,-0.001 0.000,-0.000 0.000,-0.001 0.000,-0.000 0.000,0.000 0.000,0.000 0.000,0.000 0.000,0.000 0.000,-0.000 0.000,0.000 0.000,0.000 0.000,0.000 0.000,0.078 0.000,0.188 0.000,0.257 0.000,0.292 0.000,0.751 0.000,0.463 0.000,-0.133 0.000,0.331 0.000,-0.002 0.000,0.333 0.000,0.842 0.000,0.419 0.000,1.604 0.000,0.428 0.000,-2.346 0.000,0.046 0.000,2.539 0.000,-0.144 0.000,-1.348 0.000,-0.107 0.000,-0.127 0.000,-0.139 0.000,-2.205 0.000,2.492 0.000,-0.348 0.000,-0.794 0.000,-0.320 0.000,0.009 0.000,-0.364 0.000,-0.625 0.000,-0.310 0.000,-0.293 0.000,-0.191 0.000,-0.049 0.000,-0.204 0.000,-0.291 0.000,-0.156 0.000,-0.066 0.000,-0.111 0.000,-1.459 0.000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27T13:00:18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1309.000 691.000,'0.007'0.000,"0.010"0.000,0.013 0.000,0.010 0.000,0.011 0.000,0.008 0.000,0.007 0.000,0.004 0.000,0.005 0.000,0.001 0.000,0.003 0.000,0.000 0.000,0.000 0.000,0.000 0.000,0.000 0.000,0.000 0.000,-0.001 0.000,0.000 0.000,-0.001 0.000,0.001 0.000,-0.001 0.000,0.000 0.000,0.000 0.000,0.000 0.000,0.000 0.000,0.000 0.000,0.000 0.000,0.000 0.000,-0.001 0.000,0.001 0.000,0.000 0.000,0.000 0.000,0.000 0.000,0.000 0.000,0.000 0.000,0.000 0.000,0.000 0.000,0.000 0.000,-0.001 0.000,0.102 0.000,0.185 0.000,0.127 0.000,0.282 0.000,0.773-0.094,0.365-0.073,0.602-0.092,1.698-0.234,0.801-0.138,-0.060-0.020,0.427-0.082,2.050-0.330,0.530-0.125,-2.201 0.322,0.237-0.028,2.038-0.299,0.128-0.016,-1.011 0.134,-0.200 0.004,-0.279 0.030,-0.327 0.046,-0.389 0.034,-0.416 0.021,0.165-0.071,-0.517 0.061,-1.026 0.159,-0.446 0.053,-0.422 0.048,-0.385 0.043,-0.096-0.003,-0.420 0.092,-0.223 0.055,-0.436 0.112,-0.839 0.192,-0.139 0.034,0.119-0.013,-0.199 0.058,-0.921 1.235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7.png"/><Relationship Id="rId13" Type="http://schemas.openxmlformats.org/officeDocument/2006/relationships/customXml" Target="../ink/ink7.xml"/><Relationship Id="rId12" Type="http://schemas.openxmlformats.org/officeDocument/2006/relationships/image" Target="../media/image6.png"/><Relationship Id="rId11" Type="http://schemas.openxmlformats.org/officeDocument/2006/relationships/customXml" Target="../ink/ink6.xml"/><Relationship Id="rId10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12.xml"/><Relationship Id="rId8" Type="http://schemas.openxmlformats.org/officeDocument/2006/relationships/image" Target="../media/image11.png"/><Relationship Id="rId7" Type="http://schemas.openxmlformats.org/officeDocument/2006/relationships/customXml" Target="../ink/ink11.xml"/><Relationship Id="rId6" Type="http://schemas.openxmlformats.org/officeDocument/2006/relationships/image" Target="../media/image10.png"/><Relationship Id="rId5" Type="http://schemas.openxmlformats.org/officeDocument/2006/relationships/customXml" Target="../ink/ink10.xml"/><Relationship Id="rId4" Type="http://schemas.openxmlformats.org/officeDocument/2006/relationships/image" Target="../media/image9.png"/><Relationship Id="rId3" Type="http://schemas.openxmlformats.org/officeDocument/2006/relationships/customXml" Target="../ink/ink9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7.png"/><Relationship Id="rId2" Type="http://schemas.openxmlformats.org/officeDocument/2006/relationships/image" Target="../media/image8.png"/><Relationship Id="rId19" Type="http://schemas.openxmlformats.org/officeDocument/2006/relationships/customXml" Target="../ink/ink17.xml"/><Relationship Id="rId18" Type="http://schemas.openxmlformats.org/officeDocument/2006/relationships/image" Target="../media/image16.png"/><Relationship Id="rId17" Type="http://schemas.openxmlformats.org/officeDocument/2006/relationships/customXml" Target="../ink/ink16.xml"/><Relationship Id="rId16" Type="http://schemas.openxmlformats.org/officeDocument/2006/relationships/image" Target="../media/image15.png"/><Relationship Id="rId15" Type="http://schemas.openxmlformats.org/officeDocument/2006/relationships/customXml" Target="../ink/ink15.xml"/><Relationship Id="rId14" Type="http://schemas.openxmlformats.org/officeDocument/2006/relationships/image" Target="../media/image14.png"/><Relationship Id="rId13" Type="http://schemas.openxmlformats.org/officeDocument/2006/relationships/customXml" Target="../ink/ink14.xml"/><Relationship Id="rId12" Type="http://schemas.openxmlformats.org/officeDocument/2006/relationships/image" Target="../media/image13.png"/><Relationship Id="rId11" Type="http://schemas.openxmlformats.org/officeDocument/2006/relationships/customXml" Target="../ink/ink13.xml"/><Relationship Id="rId10" Type="http://schemas.openxmlformats.org/officeDocument/2006/relationships/image" Target="../media/image12.png"/><Relationship Id="rId1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20.xml"/><Relationship Id="rId4" Type="http://schemas.openxmlformats.org/officeDocument/2006/relationships/image" Target="../media/image19.png"/><Relationship Id="rId3" Type="http://schemas.openxmlformats.org/officeDocument/2006/relationships/customXml" Target="../ink/ink19.xml"/><Relationship Id="rId2" Type="http://schemas.openxmlformats.org/officeDocument/2006/relationships/image" Target="../media/image18.png"/><Relationship Id="rId1" Type="http://schemas.openxmlformats.org/officeDocument/2006/relationships/customXml" Target="../ink/ink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customXml" Target="../ink/ink25.xml"/><Relationship Id="rId8" Type="http://schemas.openxmlformats.org/officeDocument/2006/relationships/image" Target="../media/image24.png"/><Relationship Id="rId7" Type="http://schemas.openxmlformats.org/officeDocument/2006/relationships/customXml" Target="../ink/ink24.xml"/><Relationship Id="rId6" Type="http://schemas.openxmlformats.org/officeDocument/2006/relationships/image" Target="../media/image23.png"/><Relationship Id="rId5" Type="http://schemas.openxmlformats.org/officeDocument/2006/relationships/customXml" Target="../ink/ink23.xml"/><Relationship Id="rId4" Type="http://schemas.openxmlformats.org/officeDocument/2006/relationships/image" Target="../media/image22.png"/><Relationship Id="rId3" Type="http://schemas.openxmlformats.org/officeDocument/2006/relationships/customXml" Target="../ink/ink22.xml"/><Relationship Id="rId2" Type="http://schemas.openxmlformats.org/officeDocument/2006/relationships/image" Target="../media/image21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customXml" Target="../ink/ink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ustomXml" Target="../ink/ink30.xml"/><Relationship Id="rId8" Type="http://schemas.openxmlformats.org/officeDocument/2006/relationships/image" Target="../media/image29.png"/><Relationship Id="rId7" Type="http://schemas.openxmlformats.org/officeDocument/2006/relationships/customXml" Target="../ink/ink29.xml"/><Relationship Id="rId6" Type="http://schemas.openxmlformats.org/officeDocument/2006/relationships/image" Target="../media/image28.png"/><Relationship Id="rId5" Type="http://schemas.openxmlformats.org/officeDocument/2006/relationships/customXml" Target="../ink/ink28.xml"/><Relationship Id="rId4" Type="http://schemas.openxmlformats.org/officeDocument/2006/relationships/image" Target="../media/image27.png"/><Relationship Id="rId3" Type="http://schemas.openxmlformats.org/officeDocument/2006/relationships/customXml" Target="../ink/ink27.xml"/><Relationship Id="rId20" Type="http://schemas.openxmlformats.org/officeDocument/2006/relationships/notesSlide" Target="../notesSlides/notesSlide9.xml"/><Relationship Id="rId2" Type="http://schemas.openxmlformats.org/officeDocument/2006/relationships/image" Target="../media/image26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4.png"/><Relationship Id="rId17" Type="http://schemas.openxmlformats.org/officeDocument/2006/relationships/customXml" Target="../ink/ink34.xml"/><Relationship Id="rId16" Type="http://schemas.openxmlformats.org/officeDocument/2006/relationships/image" Target="../media/image33.png"/><Relationship Id="rId15" Type="http://schemas.openxmlformats.org/officeDocument/2006/relationships/customXml" Target="../ink/ink33.xml"/><Relationship Id="rId14" Type="http://schemas.openxmlformats.org/officeDocument/2006/relationships/image" Target="../media/image32.png"/><Relationship Id="rId13" Type="http://schemas.openxmlformats.org/officeDocument/2006/relationships/customXml" Target="../ink/ink32.xml"/><Relationship Id="rId12" Type="http://schemas.openxmlformats.org/officeDocument/2006/relationships/image" Target="../media/image31.png"/><Relationship Id="rId11" Type="http://schemas.openxmlformats.org/officeDocument/2006/relationships/customXml" Target="../ink/ink31.xml"/><Relationship Id="rId10" Type="http://schemas.openxmlformats.org/officeDocument/2006/relationships/image" Target="../media/image30.png"/><Relationship Id="rId1" Type="http://schemas.openxmlformats.org/officeDocument/2006/relationships/customXml" Target="../ink/ink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36576" cy="2560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618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第一节  ·  给学员的一封信：这 11 周你能拿到什么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1609344"/>
            <a:ext cx="6858000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Hi，我是 Robert。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 11 周，你能拿到这些。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3291840"/>
            <a:ext cx="2926080" cy="45720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2918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我想告诉你什么，你能得到什么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47183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1  ·  约 15 分钟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101852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018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为什么叫企业级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这门课的核心定位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叫"企业级"，不是噱头——是对我们要做的事情的明确定位。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8375904" cy="111556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111556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8101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我们要成为能做 Engineering 的工程师，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810158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而不是只会 Vibe Coding 的人。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" y="2852928"/>
            <a:ext cx="2706624" cy="197510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5292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944368"/>
            <a:ext cx="2450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复杂的业务需求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331012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从头设计或改造现有系统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378561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需求分析 + 功能拆分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426110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多系统协作，上下游打通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2852928"/>
            <a:ext cx="2706624" cy="197510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285292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944368"/>
            <a:ext cx="2450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完整的工程交付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331012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考虑性能瓶颈与风险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78561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快速上线与线上问题响应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426110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持续迭代，不是一次性产品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0176" y="2852928"/>
            <a:ext cx="2706624" cy="197510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285292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2944368"/>
            <a:ext cx="2450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真实的团队环境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08192" y="331012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团队协作与对齐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08192" y="378561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代码质量与可维护性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08192" y="426110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AI 是工具，你是决策者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10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0" name="墨迹 29"/>
              <p14:cNvContentPartPr/>
              <p14:nvPr/>
            </p14:nvContentPartPr>
            <p14:xfrm>
              <a:off x="3423285" y="3677285"/>
              <a:ext cx="1312545" cy="571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"/>
            </p:blipFill>
            <p:spPr>
              <a:xfrm>
                <a:off x="3423285" y="3677285"/>
                <a:ext cx="1312545" cy="5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1" name="墨迹 30"/>
              <p14:cNvContentPartPr/>
              <p14:nvPr/>
            </p14:nvContentPartPr>
            <p14:xfrm>
              <a:off x="3270250" y="3830955"/>
              <a:ext cx="777875" cy="32258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4"/>
            </p:blipFill>
            <p:spPr>
              <a:xfrm>
                <a:off x="3270250" y="3830955"/>
                <a:ext cx="777875" cy="322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2" name="墨迹 31"/>
              <p14:cNvContentPartPr/>
              <p14:nvPr/>
            </p14:nvContentPartPr>
            <p14:xfrm>
              <a:off x="4127500" y="4079875"/>
              <a:ext cx="751205" cy="736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6"/>
            </p:blipFill>
            <p:spPr>
              <a:xfrm>
                <a:off x="4127500" y="4079875"/>
                <a:ext cx="751205" cy="736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3" name="墨迹 32"/>
              <p14:cNvContentPartPr/>
              <p14:nvPr/>
            </p14:nvContentPartPr>
            <p14:xfrm>
              <a:off x="1793875" y="2454910"/>
              <a:ext cx="1989455" cy="36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8"/>
            </p:blipFill>
            <p:spPr>
              <a:xfrm>
                <a:off x="1793875" y="2454910"/>
                <a:ext cx="19894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4" name="墨迹 33"/>
              <p14:cNvContentPartPr/>
              <p14:nvPr/>
            </p14:nvContentPartPr>
            <p14:xfrm>
              <a:off x="661035" y="3275330"/>
              <a:ext cx="926465" cy="36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10"/>
            </p:blipFill>
            <p:spPr>
              <a:xfrm>
                <a:off x="661035" y="3275330"/>
                <a:ext cx="92646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5" name="墨迹 34"/>
              <p14:cNvContentPartPr/>
              <p14:nvPr/>
            </p14:nvContentPartPr>
            <p14:xfrm>
              <a:off x="3529330" y="3216910"/>
              <a:ext cx="878205" cy="36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12"/>
            </p:blipFill>
            <p:spPr>
              <a:xfrm>
                <a:off x="3529330" y="3216910"/>
                <a:ext cx="87820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6" name="墨迹 35"/>
              <p14:cNvContentPartPr/>
              <p14:nvPr/>
            </p14:nvContentPartPr>
            <p14:xfrm>
              <a:off x="6344285" y="3216910"/>
              <a:ext cx="1037590" cy="4254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14"/>
            </p:blipFill>
            <p:spPr>
              <a:xfrm>
                <a:off x="6344285" y="3216910"/>
                <a:ext cx="1037590" cy="425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我们的目的是什么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两个问题，驱动了这门课的全部设计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工程师思维——我不希望你和我付出了大量时间和金钱，最后却只是在浪费时间。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627632"/>
            <a:ext cx="8375904" cy="115214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27632"/>
            <a:ext cx="36576" cy="115214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755648"/>
            <a:ext cx="329184" cy="329184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55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1719072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当你学完这门课，你能得到什么？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2121408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不是"学了什么"，是手里有什么、能做什么、简历上能写什么。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962656"/>
            <a:ext cx="8375904" cy="115214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962656"/>
            <a:ext cx="36576" cy="115214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90672"/>
            <a:ext cx="329184" cy="329184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906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Q2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7552" y="3054096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这门课，我想教什么、又能教什么？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87552" y="3456432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作为一线撸了十多年代码的程序员，我能真正给你的东西是什么。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279392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程序员这行还会存在吗？如果我今天才开始学 AI 编程，我会怎么学？——背后还想过这两个。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10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1" name="墨迹 20"/>
              <p14:cNvContentPartPr/>
              <p14:nvPr/>
            </p14:nvContentPartPr>
            <p14:xfrm>
              <a:off x="444500" y="1095375"/>
              <a:ext cx="687705" cy="22733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"/>
            </p:blipFill>
            <p:spPr>
              <a:xfrm>
                <a:off x="444500" y="1095375"/>
                <a:ext cx="687705" cy="227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2" name="墨迹 21"/>
              <p14:cNvContentPartPr/>
              <p14:nvPr/>
            </p14:nvContentPartPr>
            <p14:xfrm>
              <a:off x="2936875" y="1365250"/>
              <a:ext cx="386080" cy="508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"/>
            </p:blipFill>
            <p:spPr>
              <a:xfrm>
                <a:off x="2936875" y="1365250"/>
                <a:ext cx="38608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3" name="墨迹 22"/>
              <p14:cNvContentPartPr/>
              <p14:nvPr/>
            </p14:nvContentPartPr>
            <p14:xfrm>
              <a:off x="4683125" y="1407160"/>
              <a:ext cx="1275080" cy="571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6"/>
            </p:blipFill>
            <p:spPr>
              <a:xfrm>
                <a:off x="4683125" y="1407160"/>
                <a:ext cx="1275080" cy="5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4" name="墨迹 23"/>
              <p14:cNvContentPartPr/>
              <p14:nvPr/>
            </p14:nvContentPartPr>
            <p14:xfrm>
              <a:off x="1100455" y="2047875"/>
              <a:ext cx="1544955" cy="2095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8"/>
            </p:blipFill>
            <p:spPr>
              <a:xfrm>
                <a:off x="1100455" y="2047875"/>
                <a:ext cx="1544955" cy="20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5" name="墨迹 24"/>
              <p14:cNvContentPartPr/>
              <p14:nvPr/>
            </p14:nvContentPartPr>
            <p14:xfrm>
              <a:off x="3089910" y="2042160"/>
              <a:ext cx="1259840" cy="571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0"/>
            </p:blipFill>
            <p:spPr>
              <a:xfrm>
                <a:off x="3089910" y="2042160"/>
                <a:ext cx="1259840" cy="5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6" name="墨迹 25"/>
              <p14:cNvContentPartPr/>
              <p14:nvPr/>
            </p14:nvContentPartPr>
            <p14:xfrm>
              <a:off x="1026160" y="2232660"/>
              <a:ext cx="910590" cy="29654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2"/>
            </p:blipFill>
            <p:spPr>
              <a:xfrm>
                <a:off x="1026160" y="2232660"/>
                <a:ext cx="910590" cy="296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7" name="墨迹 26"/>
              <p14:cNvContentPartPr/>
              <p14:nvPr/>
            </p14:nvContentPartPr>
            <p14:xfrm>
              <a:off x="2470785" y="2571750"/>
              <a:ext cx="518795" cy="36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4"/>
            </p:blipFill>
            <p:spPr>
              <a:xfrm>
                <a:off x="2470785" y="2571750"/>
                <a:ext cx="518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8" name="墨迹 27"/>
              <p14:cNvContentPartPr/>
              <p14:nvPr/>
            </p14:nvContentPartPr>
            <p14:xfrm>
              <a:off x="3291205" y="2566035"/>
              <a:ext cx="285750" cy="36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6"/>
            </p:blipFill>
            <p:spPr>
              <a:xfrm>
                <a:off x="3291205" y="2566035"/>
                <a:ext cx="2857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9" name="墨迹 28"/>
              <p14:cNvContentPartPr/>
              <p14:nvPr/>
            </p14:nvContentPartPr>
            <p14:xfrm>
              <a:off x="4010660" y="2550160"/>
              <a:ext cx="984250" cy="2667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8"/>
            </p:blipFill>
            <p:spPr>
              <a:xfrm>
                <a:off x="4010660" y="2550160"/>
                <a:ext cx="984250" cy="26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30" name="墨迹 29"/>
              <p14:cNvContentPartPr/>
              <p14:nvPr/>
            </p14:nvContentPartPr>
            <p14:xfrm>
              <a:off x="1968500" y="4524375"/>
              <a:ext cx="1349375" cy="508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0"/>
            </p:blipFill>
            <p:spPr>
              <a:xfrm>
                <a:off x="1968500" y="4524375"/>
                <a:ext cx="1349375" cy="50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101852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018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我是怎么思考的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编程正在沿着一条线演进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大部分人对 AI 编程的印象还停留在第一站，这是最大的误解。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865376"/>
            <a:ext cx="8375904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1755648"/>
            <a:ext cx="219456" cy="219456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084832"/>
            <a:ext cx="1993392" cy="261518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84832"/>
            <a:ext cx="19933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762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D0D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" y="248716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287121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通过写 Prompt 和 AI 协作做出产品，不需要懂编程。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55848" y="1755648"/>
            <a:ext cx="219456" cy="219456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084832"/>
            <a:ext cx="1993392" cy="261518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084832"/>
            <a:ext cx="19933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21762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D0D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96896" y="248716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96896" y="287121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管理上下文，让 AI 在正确的信息边界内工作。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755648"/>
            <a:ext cx="219456" cy="219456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2084832"/>
            <a:ext cx="1993392" cy="261518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2084832"/>
            <a:ext cx="199339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1762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D0D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1728" y="248716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 Engineering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1728" y="287121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用测试套件和约束框架验证 AI 输出的正确性。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25512" y="1755648"/>
            <a:ext cx="219456" cy="21945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8544" y="2084832"/>
            <a:ext cx="1993392" cy="261518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8544" y="2084832"/>
            <a:ext cx="36576" cy="261518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2084832"/>
            <a:ext cx="1993392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1762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248716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Engineering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2871216"/>
            <a:ext cx="17373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管理 AI 的 ReAct 循环，控制粒度、检查点与回滚。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3749040"/>
            <a:ext cx="1737360" cy="694944"/>
          </a:xfrm>
          <a:prstGeom prst="rect">
            <a:avLst/>
          </a:prstGeom>
          <a:solidFill>
            <a:srgbClr val="2A2418"/>
          </a:solidFill>
          <a:ln w="6350">
            <a:solidFill>
              <a:srgbClr val="3D3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749040"/>
            <a:ext cx="17373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现在最热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我们聚焦这里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每一站都是对上一站的扩展，不是替代——懂 Engineering 的人，每一站都能驾驭。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10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7" name="墨迹 36"/>
              <p14:cNvContentPartPr/>
              <p14:nvPr/>
            </p14:nvContentPartPr>
            <p14:xfrm>
              <a:off x="449580" y="2444750"/>
              <a:ext cx="1217295" cy="42862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2"/>
            </p:blipFill>
            <p:spPr>
              <a:xfrm>
                <a:off x="449580" y="2444750"/>
                <a:ext cx="1217295" cy="428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8" name="墨迹 37"/>
              <p14:cNvContentPartPr/>
              <p14:nvPr/>
            </p14:nvContentPartPr>
            <p14:xfrm>
              <a:off x="560705" y="2794000"/>
              <a:ext cx="10795" cy="508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4"/>
            </p:blipFill>
            <p:spPr>
              <a:xfrm>
                <a:off x="560705" y="2794000"/>
                <a:ext cx="10795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9" name="墨迹 38"/>
              <p14:cNvContentPartPr/>
              <p14:nvPr/>
            </p14:nvContentPartPr>
            <p14:xfrm>
              <a:off x="4429125" y="3063875"/>
              <a:ext cx="1925955" cy="42862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6"/>
            </p:blipFill>
            <p:spPr>
              <a:xfrm>
                <a:off x="4429125" y="3063875"/>
                <a:ext cx="1925955" cy="42862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101852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018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我是怎么思考的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编程分两类，它们不是一回事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 AI 编程等同于 Vibe Coding，是这个时代最常见的误解。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059936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4059936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82496"/>
            <a:ext cx="3767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0352" y="2066544"/>
            <a:ext cx="37673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不需要懂编程，通过写 Prompt 和 AI 协作做出作品。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542032"/>
            <a:ext cx="3767328" cy="45720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151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需求简单、单体产品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0723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不考虑长期维护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5295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做出来能用就行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9867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不需要了解实现细节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2633472"/>
            <a:ext cx="274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07408" y="3090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单向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不可逆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00676" y="1572768"/>
            <a:ext cx="4059936" cy="312724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0676" y="1572768"/>
            <a:ext cx="36576" cy="312724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6980" y="1682496"/>
            <a:ext cx="37673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46980" y="2066544"/>
            <a:ext cx="37673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面对复杂业务：设计、拆解、实现、风险评估、多系统协作。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46980" y="2542032"/>
            <a:ext cx="3767328" cy="457200"/>
          </a:xfrm>
          <a:prstGeom prst="rect">
            <a:avLst/>
          </a:prstGeom>
          <a:solidFill>
            <a:srgbClr val="2A2418"/>
          </a:solidFill>
          <a:ln w="12700">
            <a:solidFill>
              <a:srgbClr val="2A24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3556" y="26151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完整项目全生命周期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83556" y="30723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性能、团队协作、上线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83556" y="35295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AI 是杠杆，你是设计者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83556" y="3986784"/>
            <a:ext cx="37307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需要扎实的编程基础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 Engineering 的人会用 Vibe Coding，但只会 Vibe Coding 的人做不了 Engineering。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101852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018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我是怎么思考的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结论：成为更好的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那些说"AI 会取代程序员"的，基本都是真正的 Engineering 大佬——这本身就说明了什么。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609344"/>
            <a:ext cx="8375904" cy="126187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09344"/>
            <a:ext cx="36576" cy="12618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700784"/>
            <a:ext cx="914400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007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论点一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72768" y="1682496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这行始终是熟练度的活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2" y="2066544"/>
            <a:ext cx="68580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编程本身并不复杂，用多了就会了。谁花的时间多，谁就强。这一点从来没变过。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43216" y="2011680"/>
            <a:ext cx="1188720" cy="384048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20116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时间 × 实践 = 能力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054096"/>
            <a:ext cx="8375904" cy="126187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054096"/>
            <a:ext cx="36576" cy="12618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145536"/>
            <a:ext cx="914400" cy="25603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455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论点二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72768" y="3127248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该学的东西，一样都躲不开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0352" y="3511296"/>
            <a:ext cx="68580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计算机基础、网络、操作系统、存储、缓存、数据库……AI 不会帮你跳过这些，它只会让懂这些的人如虎添翼。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43216" y="3456432"/>
            <a:ext cx="1188720" cy="384048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345643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基础 × AI = 10 倍杠杆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你能得到什么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三件具体的事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不是模糊的"成长"，是 11 周结束后你手里真正拿到的。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8375904" cy="82296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28800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288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7699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真正掌握 AI 编程，对它祛魅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76992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知道 AI 编程的本质是什么、理论是什么、有哪些工具，有一段从 0 开始参与大型项目的真实经历。从此面对 AI 编程，你不虚。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542032"/>
            <a:ext cx="8375904" cy="82296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542032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798064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980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2615184"/>
            <a:ext cx="7699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有东西写进简历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62656"/>
            <a:ext cx="76992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 是真正有技术含量、有刚需的方向。一段好的开源项目参与经历，对简历意味着什么，我们都清楚。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511296"/>
            <a:ext cx="8375904" cy="82296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511296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767328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673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3584448"/>
            <a:ext cx="7699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养成优秀工程师的习惯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76992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大部分程序员不是不想学，而是不知道该做什么。以 OryxOS 为锚点，一起把一个真实的、有意思的项目做下去——让职业路走得顺一些。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我给你准备了什么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 篇文档  +  4 个真实项目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认知篇 + 扩展篇 + 项目篇，是整个训练营的地基。后面的文档只会越来越多。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2706624" cy="327355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认知篇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993392"/>
            <a:ext cx="24505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8篇 · 思想体系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2249424"/>
            <a:ext cx="2450592" cy="45720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225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开篇 00：课程设计思路与学习指南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279806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认知篇 01-02：本质、方法论、个人价值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3273552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认知篇 03-04：市场观察、工具全景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3749040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认知篇 05-06：SDD、Harness、工作流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422452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收尾 07：从看清楚到做出来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1572768"/>
            <a:ext cx="2706624" cy="327355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57276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66420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扩展篇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1993392"/>
            <a:ext cx="24505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7篇 · 深度知识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249424"/>
            <a:ext cx="2450592" cy="45720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3225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扩展篇 08：Agent 技术本质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79806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扩展篇 09：Spec-Kit 原理与使用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273552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扩展篇 10-12：Skills 调研与工具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749040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扩展篇 13-14：软件工程、能力养成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0176" y="1572768"/>
            <a:ext cx="2706624" cy="3273552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0176" y="1572768"/>
            <a:ext cx="2706624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166420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08192" y="1993392"/>
            <a:ext cx="24505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4个项目 · 实战文档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08192" y="2249424"/>
            <a:ext cx="2450592" cy="45720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3225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OryxOS：调研 + 需求 + 技术方案 + 编程指南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08192" y="279806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When：调研 + 需求 + 技术方案 + 实施指引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08192" y="3273552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DifyPro：调研 + 改造方案 + 编程指南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08192" y="3749040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mq9 加开源：AI 时代开源价值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10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6" name="墨迹 35"/>
              <p14:cNvContentPartPr/>
              <p14:nvPr/>
            </p14:nvContentPartPr>
            <p14:xfrm>
              <a:off x="7534910" y="2359660"/>
              <a:ext cx="751840" cy="16446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2"/>
            </p:blipFill>
            <p:spPr>
              <a:xfrm>
                <a:off x="7534910" y="2359660"/>
                <a:ext cx="751840" cy="1644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7" name="墨迹 36"/>
              <p14:cNvContentPartPr/>
              <p14:nvPr/>
            </p14:nvContentPartPr>
            <p14:xfrm>
              <a:off x="6032500" y="2529205"/>
              <a:ext cx="396875" cy="20129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4"/>
            </p:blipFill>
            <p:spPr>
              <a:xfrm>
                <a:off x="6032500" y="2529205"/>
                <a:ext cx="396875" cy="201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8" name="墨迹 37"/>
              <p14:cNvContentPartPr/>
              <p14:nvPr/>
            </p14:nvContentPartPr>
            <p14:xfrm>
              <a:off x="481330" y="1603375"/>
              <a:ext cx="603250" cy="35433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"/>
            </p:blipFill>
            <p:spPr>
              <a:xfrm>
                <a:off x="481330" y="1603375"/>
                <a:ext cx="603250" cy="354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9" name="墨迹 38"/>
              <p14:cNvContentPartPr/>
              <p14:nvPr/>
            </p14:nvContentPartPr>
            <p14:xfrm>
              <a:off x="3216910" y="1645285"/>
              <a:ext cx="1180465" cy="26987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8"/>
            </p:blipFill>
            <p:spPr>
              <a:xfrm>
                <a:off x="3216910" y="1645285"/>
                <a:ext cx="1180465" cy="269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40" name="墨迹 39"/>
              <p14:cNvContentPartPr/>
              <p14:nvPr/>
            </p14:nvContentPartPr>
            <p14:xfrm>
              <a:off x="4191000" y="3862705"/>
              <a:ext cx="1349375" cy="19558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10"/>
            </p:blipFill>
            <p:spPr>
              <a:xfrm>
                <a:off x="4191000" y="3862705"/>
                <a:ext cx="1349375" cy="1955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你该怎么学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四个原则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8375904" cy="4206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88136"/>
            <a:ext cx="8266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这是我最想讲的部分——学什么是课程设计的事，怎么学是你自己的事。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059936" cy="118872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36576" cy="1188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82496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824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166420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提前预习、提前学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0116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认知篇、扩展篇、基础课、直播都先看完，主动检索不理解的地方，先建立起体系化认知。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44368"/>
            <a:ext cx="4059936" cy="118872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944368"/>
            <a:ext cx="36576" cy="1188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54096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540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6112" y="303580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找到目的，确认投入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3832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想清楚自己想学什么，是 Vibe Coding 还是 Engineering。成长本来就需要花时间。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0016" y="1572768"/>
            <a:ext cx="4059936" cy="118872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572768"/>
            <a:ext cx="36576" cy="1188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682496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824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12080" y="166420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持续沟通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20116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录播课有些细节难免讲不透，遇到讲不清楚的地方，记得线下多和我们沟通。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2944368"/>
            <a:ext cx="4059936" cy="1188720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2944368"/>
            <a:ext cx="36576" cy="1188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054096"/>
            <a:ext cx="256032" cy="256032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540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2080" y="303580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动手、长期投入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3832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四个项目都是大型项目，需要持续动手。特别希望找到真正对 OryxOS 有兴趣的同学，一起长期做下去。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10</a:t>
            </a:r>
            <a:endParaRPr 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2" name="墨迹 31"/>
              <p14:cNvContentPartPr/>
              <p14:nvPr/>
            </p14:nvContentPartPr>
            <p14:xfrm>
              <a:off x="2545080" y="2042160"/>
              <a:ext cx="349250" cy="25971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"/>
            </p:blipFill>
            <p:spPr>
              <a:xfrm>
                <a:off x="2545080" y="2042160"/>
                <a:ext cx="349250" cy="259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3" name="墨迹 32"/>
              <p14:cNvContentPartPr/>
              <p14:nvPr/>
            </p14:nvContentPartPr>
            <p14:xfrm>
              <a:off x="3624580" y="2280285"/>
              <a:ext cx="650875" cy="9525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4"/>
            </p:blipFill>
            <p:spPr>
              <a:xfrm>
                <a:off x="3624580" y="2280285"/>
                <a:ext cx="650875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4" name="墨迹 33"/>
              <p14:cNvContentPartPr/>
              <p14:nvPr/>
            </p14:nvContentPartPr>
            <p14:xfrm>
              <a:off x="1703705" y="2439035"/>
              <a:ext cx="1386205" cy="11684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"/>
            </p:blipFill>
            <p:spPr>
              <a:xfrm>
                <a:off x="1703705" y="2439035"/>
                <a:ext cx="1386205" cy="116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5" name="墨迹 34"/>
              <p14:cNvContentPartPr/>
              <p14:nvPr/>
            </p14:nvContentPartPr>
            <p14:xfrm>
              <a:off x="809625" y="1613535"/>
              <a:ext cx="1513205" cy="40767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8"/>
            </p:blipFill>
            <p:spPr>
              <a:xfrm>
                <a:off x="809625" y="1613535"/>
                <a:ext cx="1513205" cy="407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6" name="墨迹 35"/>
              <p14:cNvContentPartPr/>
              <p14:nvPr/>
            </p14:nvContentPartPr>
            <p14:xfrm>
              <a:off x="3613785" y="2063750"/>
              <a:ext cx="741045" cy="26987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10"/>
            </p:blipFill>
            <p:spPr>
              <a:xfrm>
                <a:off x="3613785" y="2063750"/>
                <a:ext cx="741045" cy="269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7" name="墨迹 36"/>
              <p14:cNvContentPartPr/>
              <p14:nvPr/>
            </p14:nvContentPartPr>
            <p14:xfrm>
              <a:off x="952500" y="3105785"/>
              <a:ext cx="555625" cy="16954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12"/>
            </p:blipFill>
            <p:spPr>
              <a:xfrm>
                <a:off x="952500" y="3105785"/>
                <a:ext cx="555625" cy="169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8" name="墨迹 37"/>
              <p14:cNvContentPartPr/>
              <p14:nvPr/>
            </p14:nvContentPartPr>
            <p14:xfrm>
              <a:off x="1735455" y="3656330"/>
              <a:ext cx="793750" cy="44958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14"/>
            </p:blipFill>
            <p:spPr>
              <a:xfrm>
                <a:off x="1735455" y="3656330"/>
                <a:ext cx="793750" cy="449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9" name="墨迹 38"/>
              <p14:cNvContentPartPr/>
              <p14:nvPr/>
            </p14:nvContentPartPr>
            <p14:xfrm>
              <a:off x="6016625" y="3698875"/>
              <a:ext cx="587375" cy="36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16"/>
            </p:blipFill>
            <p:spPr>
              <a:xfrm>
                <a:off x="6016625" y="3698875"/>
                <a:ext cx="5873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40" name="墨迹 39"/>
              <p14:cNvContentPartPr/>
              <p14:nvPr/>
            </p14:nvContentPartPr>
            <p14:xfrm>
              <a:off x="6926580" y="3529330"/>
              <a:ext cx="788670" cy="12700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18"/>
            </p:blipFill>
            <p:spPr>
              <a:xfrm>
                <a:off x="6926580" y="3529330"/>
                <a:ext cx="788670" cy="127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05840"/>
            <a:ext cx="36576" cy="2377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987552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我一直把自己当成一个工程师，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31520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我对"做一个分布式的 Agent OS"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这件事，是真的很感兴趣。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254203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希望我们都能在 AI 编程时代成为更好的工程师，找到一条让自己更舒服、走得更顺的职业路。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98094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一起加油，祝我们好运。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3438144"/>
            <a:ext cx="8375904" cy="1426464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3438144"/>
            <a:ext cx="8375904" cy="36576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511296"/>
            <a:ext cx="877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17904" y="3493008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第二节：课程设计思路、教学指南与学习指南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877056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11 周完整路线图全貌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151376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每周产出是什么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425696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·  怎么学效果最好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0D0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2479</Words>
  <Application>WPS 演示</Application>
  <PresentationFormat>On-screen Show (16:9)</PresentationFormat>
  <Paragraphs>294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7</cp:revision>
  <dcterms:created xsi:type="dcterms:W3CDTF">2026-06-27T05:00:18Z</dcterms:created>
  <dcterms:modified xsi:type="dcterms:W3CDTF">2026-06-27T05:00:18Z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384E1CB73623296C8FF63D6A2DE0F1F1_42</vt:lpwstr>
  </property>
  <property fmtid="{D5CDD505-2E9C-101B-9397-08002B2CF9AE}" pid="3" name="KSOProductBuildVer">
    <vt:lpwstr>2052-12.1.26016.26016</vt:lpwstr>
  </property>
</Properties>
</file>