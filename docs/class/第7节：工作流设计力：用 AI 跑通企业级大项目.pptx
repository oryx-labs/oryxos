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0"/>
            <a:ext cx="45720" cy="237744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" name="Text 1"/>
          <p:cNvSpPr/>
          <p:nvPr/>
        </p:nvSpPr>
        <p:spPr>
          <a:xfrm>
            <a:off x="566928" y="1243584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</a:t>
            </a:r>
            <a:r>
              <a:rPr lang="zh-CN" alt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七</a:t>
            </a:r>
            <a:r>
              <a:rPr 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节  ·  工作流设计力：用 AI 跑通企业级大项目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8046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工具会过时，</a:t>
            </a:r>
            <a:endParaRPr lang="en-US" sz="3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工作流是你的。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4572000" cy="18288"/>
          </a:xfrm>
          <a:prstGeom prst="rect">
            <a:avLst/>
          </a:prstGeom>
          <a:solidFill>
            <a:srgbClr val="2E2E2E"/>
          </a:solidFill>
        </p:spPr>
      </p:sp>
      <p:sp>
        <p:nvSpPr>
          <p:cNvPr id="6" name="Text 4"/>
          <p:cNvSpPr/>
          <p:nvPr/>
        </p:nvSpPr>
        <p:spPr>
          <a:xfrm>
            <a:off x="548640" y="3364992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不讲理论——讲工作流：它是什么、大项目里长什么样、怎么练成你自己的。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718304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企业级 AI 编程实战营  ·  Week 1  ·  约 15 分钟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工作流到底是什么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不是「写代码」，是把一件事从模糊需求到生产上线、全程跑通的一整套流程。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66928" y="1865376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阶段产出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224942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每个阶段交付什么物（spec、plan、代码、报告）。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9168" y="1682496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4" name="Text 12"/>
          <p:cNvSpPr/>
          <p:nvPr/>
        </p:nvSpPr>
        <p:spPr>
          <a:xfrm>
            <a:off x="3432048" y="1865376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人的职责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432048" y="224942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哪些判断、决策、拍板由你来做。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4288" y="1682496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8" name="Text 16"/>
          <p:cNvSpPr/>
          <p:nvPr/>
        </p:nvSpPr>
        <p:spPr>
          <a:xfrm>
            <a:off x="6297168" y="1865376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的职责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97168" y="224942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哪些执行、生成、检查交给 AI。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200400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200400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566928" y="3383280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反馈循环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3767328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怎么及时发现问题、自动纠错。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9168" y="3200400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9168" y="3200400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6" name="Text 24"/>
          <p:cNvSpPr/>
          <p:nvPr/>
        </p:nvSpPr>
        <p:spPr>
          <a:xfrm>
            <a:off x="3432048" y="3383280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异常处理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432048" y="3767328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卡住了、跑偏了，怎么救回来。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14288" y="3200400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14288" y="3200400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0" name="Text 28"/>
          <p:cNvSpPr/>
          <p:nvPr/>
        </p:nvSpPr>
        <p:spPr>
          <a:xfrm>
            <a:off x="6297168" y="3383280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经验沉淀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297168" y="3767328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做完留下什么可复用的东西。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4736592"/>
            <a:ext cx="837590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工作流是一个系统，不是一组零散动作——这六件事说清楚了，它才能稳定跑起来。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做大项目的工作流长什么样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端到端六阶段，每一段都是「人 + AI 共同跑」——AI 执行，你把关。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66928" y="1865376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① 需求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224942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扩展维度、识别遗漏；你定边界与优先级。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9168" y="1682496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4" name="Text 12"/>
          <p:cNvSpPr/>
          <p:nvPr/>
        </p:nvSpPr>
        <p:spPr>
          <a:xfrm>
            <a:off x="3432048" y="1865376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② 设计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432048" y="224942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画架构、比方案；关键架构由你拍板。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4288" y="1682496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8" name="Text 16"/>
          <p:cNvSpPr/>
          <p:nvPr/>
        </p:nvSpPr>
        <p:spPr>
          <a:xfrm>
            <a:off x="6297168" y="1865376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③ 开发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97168" y="224942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写代码、补测试；你审关键代码。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200400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200400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566928" y="3383280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④ 测试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3767328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造用例、跑回归；你定验收标准。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9168" y="3200400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9168" y="3200400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6" name="Text 24"/>
          <p:cNvSpPr/>
          <p:nvPr/>
        </p:nvSpPr>
        <p:spPr>
          <a:xfrm>
            <a:off x="3432048" y="3383280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⑤ 部署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432048" y="3767328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写脚本、做灰度；你控发布节奏。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14288" y="3200400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14288" y="3200400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0" name="Text 28"/>
          <p:cNvSpPr/>
          <p:nvPr/>
        </p:nvSpPr>
        <p:spPr>
          <a:xfrm>
            <a:off x="6297168" y="3383280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⑥ 运维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297168" y="3767328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看日志、定位异常；你做最终处置。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4736592"/>
            <a:ext cx="837590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没有一个环节是「AI 全自动」，也没有一个环节是「纯手工」——都是人和 AI 同时在场。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让工作流跑起来的三件事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产出物、协作、反馈——这三件是工作流的「传动装置」。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30175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66928" y="1865376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15798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产出物给 AI 看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2834640"/>
            <a:ext cx="227990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66928" y="2962656"/>
            <a:ext cx="2279904" cy="16093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从「只给人看」到「也给 AI 看」：Spec、CLAUDE.md、Skills、Hooks，每个产出物都有两个读者。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9168" y="1682496"/>
            <a:ext cx="2645664" cy="30175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3432048" y="1865376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32048" y="215798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 + AI 分工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432048" y="2834640"/>
            <a:ext cx="227990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3432048" y="2962656"/>
            <a:ext cx="2279904" cy="16093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你不再「做完所有事」，而是判断：什么交给 AI、什么自己拍板、什么 AI 做但你复核。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14288" y="1682496"/>
            <a:ext cx="2645664" cy="301752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6297168" y="1865376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97168" y="215798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反馈自动化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97168" y="2834640"/>
            <a:ext cx="227990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6297168" y="2962656"/>
            <a:ext cx="2279904" cy="16093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从「人发现问题」到「机器自动拦截」：Hooks 在 AI 出错前后秒级介入，不靠你当最后防线。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4048" y="4773168"/>
            <a:ext cx="837590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有了这三件，工作流才从「你一个人硬扛」变成「一套能自动运转的系统」。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样本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真实样本：Bun 6 天 96 万行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 AI 自主写完，是 Sumner 设计了一套协作工作流，跑到极致。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64208"/>
            <a:ext cx="407822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64208"/>
            <a:ext cx="407822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585216" y="1847088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2416" y="184708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不是从零，是迁移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85216" y="2286000"/>
            <a:ext cx="3675888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Zig 翻译到 Rust，有完整原代码作参考、有测试作验证。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1728" y="1664208"/>
            <a:ext cx="407822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1664208"/>
            <a:ext cx="407822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5" name="Text 13"/>
          <p:cNvSpPr/>
          <p:nvPr/>
        </p:nvSpPr>
        <p:spPr>
          <a:xfrm>
            <a:off x="4882896" y="1847088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40096" y="1847088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工程铺垫极深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882896" y="2286000"/>
            <a:ext cx="3675888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事先 300 条翻译规则 + 智能指针抽象，不是裸冲。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3182112"/>
            <a:ext cx="407822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182112"/>
            <a:ext cx="407822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0" name="Text 18"/>
          <p:cNvSpPr/>
          <p:nvPr/>
        </p:nvSpPr>
        <p:spPr>
          <a:xfrm>
            <a:off x="585216" y="3364992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2416" y="3364992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人始终在循环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85216" y="3803904"/>
            <a:ext cx="3675888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何时启停、合并哪个版本——决策层全是人。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81728" y="3182112"/>
            <a:ext cx="407822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3182112"/>
            <a:ext cx="407822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5" name="Text 23"/>
          <p:cNvSpPr/>
          <p:nvPr/>
        </p:nvSpPr>
        <p:spPr>
          <a:xfrm>
            <a:off x="4882896" y="3364992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0096" y="3364992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测试闭环跑通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882896" y="3803904"/>
            <a:ext cx="3675888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每翻译一段自动跑测试，跑不过回到 AI 改，可收敛。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" y="4626864"/>
            <a:ext cx="837590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一套设计到位的协作工作流，能让大项目跑出过去不敢想的效率——这就是工作流的威力。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同一套工具，差距全在工作流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给两个工程师同一把 Claude Code，产出可以差出十倍。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517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工作流设计差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5216" y="2212848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 天还在拉扯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505456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633472"/>
            <a:ext cx="3648456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需求没想透就让 AI 写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猜错，改 prompt，再猜，反复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照搬别人的工作流，场景一变就跑不通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时间全耗在纠偏上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5176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工作流设计好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10328" y="2212848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 小时做完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505456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633472"/>
            <a:ext cx="3648456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先理需求、写 spec、定边界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一次到位，自己守住判断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用自己打磨过的流程，稳定复现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省下的精力用来想更深的事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" y="4498848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工作流带强烈个人风格——你的判断、口味、优先级。所以你要的，是「你自己的工作流」。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你自己的工作流，长什么样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底层是一套可迁移的模式，上层是你攒下的资产。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83080"/>
            <a:ext cx="1956816" cy="123444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75688"/>
            <a:ext cx="195681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理解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8912" y="2532888"/>
            <a:ext cx="18470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把需求 / 代码想透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22576" y="1783080"/>
            <a:ext cx="3657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23744" y="1783080"/>
            <a:ext cx="1956816" cy="123444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2075688"/>
            <a:ext cx="195681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约束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78608" y="2532888"/>
            <a:ext cx="18470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 spec、CLAUDE.md 划边界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62272" y="1783080"/>
            <a:ext cx="3657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1783080"/>
            <a:ext cx="1956816" cy="123444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075688"/>
            <a:ext cx="195681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验证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18304" y="2532888"/>
            <a:ext cx="18470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用测试、review 收口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01968" y="1783080"/>
            <a:ext cx="3657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03136" y="1783080"/>
            <a:ext cx="1956816" cy="123444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2075688"/>
            <a:ext cx="195681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沉淀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58000" y="2532888"/>
            <a:ext cx="18470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把经验变成可复用资产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" y="3383280"/>
            <a:ext cx="8375904" cy="8686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383280"/>
            <a:ext cx="45720" cy="86868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5" name="Text 23"/>
          <p:cNvSpPr/>
          <p:nvPr/>
        </p:nvSpPr>
        <p:spPr>
          <a:xfrm>
            <a:off x="640080" y="3383280"/>
            <a:ext cx="79552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底层模式稳定，上层是你的：提示词、Skills、CLAUDE.md 模板、检查清单——跨语言、跨项目都能迁移。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怎么养成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工作流是练出来的，不是学出来的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不是听课听来的，是在真实项目里反复跑出来的——四点缺一不可。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66928" y="1865376"/>
            <a:ext cx="15636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1 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157984"/>
            <a:ext cx="156362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认知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2834640"/>
            <a:ext cx="156362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66928" y="2962656"/>
            <a:ext cx="156362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看清 AI 编程到底是什么，建立判断底座。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3288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2715768" y="1865376"/>
            <a:ext cx="15636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2 点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15768" y="2157984"/>
            <a:ext cx="156362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2715768" y="2834640"/>
            <a:ext cx="156362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2715768" y="2962656"/>
            <a:ext cx="156362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SDD + Harness，把「想」和「做」工程化。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8172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4864608" y="1865376"/>
            <a:ext cx="15636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3 点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64608" y="2157984"/>
            <a:ext cx="156362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工具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864608" y="2834640"/>
            <a:ext cx="156362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4864608" y="2962656"/>
            <a:ext cx="156362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七层工具地图，知道每层用什么、怎么配。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30568" y="1682496"/>
            <a:ext cx="1929384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30568" y="1682496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8" name="Text 26"/>
          <p:cNvSpPr/>
          <p:nvPr/>
        </p:nvSpPr>
        <p:spPr>
          <a:xfrm>
            <a:off x="7013448" y="1865376"/>
            <a:ext cx="15636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4 点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13448" y="2157984"/>
            <a:ext cx="156362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不断练习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7013448" y="2834640"/>
            <a:ext cx="156362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1" name="Text 29"/>
          <p:cNvSpPr/>
          <p:nvPr/>
        </p:nvSpPr>
        <p:spPr>
          <a:xfrm>
            <a:off x="7013448" y="2962656"/>
            <a:ext cx="156362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判断力只能在真实项目里反复跑出来。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前三点是地基，第四点是火候——四个真实项目反复跑，工作流才真正长在你身上。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怎么养成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养成的三个具体动作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每个项目都做这三件事，工作流会越跑越精炼。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66928" y="1865376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动作一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15798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跑完整工作流，不偷懒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2834640"/>
            <a:ext cx="227990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66928" y="2962656"/>
            <a:ext cx="227990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从理需求、写 spec 开始，一直到测试、上线、监控——别从「开始写代码」起步。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916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3432048" y="1865376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动作二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32048" y="215798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每个关键决策问「为什么」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432048" y="2834640"/>
            <a:ext cx="227990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3432048" y="2962656"/>
            <a:ext cx="227990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选 A 不选 B 的真实工程理由是什么，记下来。没复盘的踩坑等于白踩。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14288" y="1682496"/>
            <a:ext cx="2645664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6297168" y="1865376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动作三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97168" y="215798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每次结束问「沉淀了什么」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97168" y="2834640"/>
            <a:ext cx="227990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6297168" y="2962656"/>
            <a:ext cx="227990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这次能抽出什么模板、Skill、笔记？判断标准只有一条：下次起点更高。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跑过三五个不同性质的项目，哪些环节通用、哪些要砍，你自然就清楚了。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你的工作流，产出什么、积累什么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每跑一次，都该留下能复用、能增值的东西——这是你的复利资产。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 /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66928" y="1865376"/>
            <a:ext cx="15636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本地资产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157984"/>
            <a:ext cx="156362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模板与脚手架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2834640"/>
            <a:ext cx="156362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66928" y="2962656"/>
            <a:ext cx="156362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CLAUDE.md 模板、项目脚手架——下个项目直接用，起点更高。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3288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2715768" y="1865376"/>
            <a:ext cx="15636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能力资产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15768" y="2157984"/>
            <a:ext cx="156362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Skills 与提示词库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2715768" y="2834640"/>
            <a:ext cx="156362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2715768" y="2962656"/>
            <a:ext cx="156362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把反复做的事封装成 Skill、攒成提示词库，越用越顺手。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81728" y="1682496"/>
            <a:ext cx="192938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1682496"/>
            <a:ext cx="192938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4864608" y="1865376"/>
            <a:ext cx="15636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经验资产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64608" y="2157984"/>
            <a:ext cx="156362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踩坑与决策笔记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864608" y="2834640"/>
            <a:ext cx="156362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4864608" y="2962656"/>
            <a:ext cx="156362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踩过的坑、做过的判断写下来，半年后还能让你少走弯路。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30568" y="1682496"/>
            <a:ext cx="1929384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30568" y="1682496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8" name="Text 26"/>
          <p:cNvSpPr/>
          <p:nvPr/>
        </p:nvSpPr>
        <p:spPr>
          <a:xfrm>
            <a:off x="7013448" y="1865376"/>
            <a:ext cx="156362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身份资产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13448" y="2157984"/>
            <a:ext cx="156362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开源贡献与 GitHub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7013448" y="2834640"/>
            <a:ext cx="156362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1" name="Text 29"/>
          <p:cNvSpPr/>
          <p:nvPr/>
        </p:nvSpPr>
        <p:spPr>
          <a:xfrm>
            <a:off x="7013448" y="2962656"/>
            <a:ext cx="156362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把成果贡献出去，GitHub 主页成为跨公司、跨时间的公开履历。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做完十个项目，这些叠起来，就是一份别人拿不走的资产——越用越值钱的复利。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822960"/>
            <a:ext cx="45720" cy="201168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" name="Text 1"/>
          <p:cNvSpPr/>
          <p:nvPr/>
        </p:nvSpPr>
        <p:spPr>
          <a:xfrm>
            <a:off x="566928" y="914400"/>
            <a:ext cx="80467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会用 AI 是入场券，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工作流才是护城河。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在四个项目里反复跑、不断沉淀，练出你自己的那一套工作流。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3200400"/>
            <a:ext cx="8375904" cy="14173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6499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下一节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639312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第七节：Agent 架构拆解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041648"/>
            <a:ext cx="78638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到底是什么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Code、Codex、客服 Agent 都是 Agent，区别在哪</a:t>
            </a:r>
            <a:endParaRPr lang="en-US" sz="1050" dirty="0"/>
          </a:p>
          <a:p>
            <a:pPr marL="152400" indent="-152400"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用五个组件把它拆开看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2280</Words>
  <Application>WPS 演示</Application>
  <PresentationFormat>On-screen Show (16:9)</PresentationFormat>
  <Paragraphs>312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姚小强</cp:lastModifiedBy>
  <cp:revision>2</cp:revision>
  <dcterms:created xsi:type="dcterms:W3CDTF">2026-06-30T04:08:48Z</dcterms:created>
  <dcterms:modified xsi:type="dcterms:W3CDTF">2026-06-30T04:08:48Z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556B1A3A75B9CEE55041436ABCDA56BE_42</vt:lpwstr>
  </property>
  <property fmtid="{D5CDD505-2E9C-101B-9397-08002B2CF9AE}" pid="3" name="KSOProductBuildVer">
    <vt:lpwstr>2052-12.1.26026.26026</vt:lpwstr>
  </property>
</Properties>
</file>