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280160"/>
            <a:ext cx="45720" cy="237744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24358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第三节  ·  认知力：AI 编程学的是判断，不是工具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你以为在学工具，</a:t>
            </a:r>
            <a:endParaRPr lang="en-US" sz="3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其实学的是另一件事。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3246120"/>
            <a:ext cx="4572000" cy="18288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36499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想清楚这件事，你才知道这门课真正能带走什么。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47183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企业级 AI 编程实战营  ·  Week 1  ·  约 15 分钟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106424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学的是什么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先问一个问题：你到底在学什么？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大多数人把 AI 编程理解成「学一门新工具」——这是这门课要破除的最大误解。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4050792" cy="301752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4050792" cy="45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" y="1828800"/>
            <a:ext cx="3648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多数人以为在学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85216" y="2212848"/>
            <a:ext cx="3648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工具熟练度 · 会过时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" y="2505456"/>
            <a:ext cx="3648456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" y="2633472"/>
            <a:ext cx="364845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Code、Cursor 怎么用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各种 prompt 技巧、MCP 配置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今天熟练，明年可能换代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所有人都会有，是入场券不是壁垒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09160" y="1682496"/>
            <a:ext cx="4050792" cy="301752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682496"/>
            <a:ext cx="4050792" cy="457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6" name="Text 14"/>
          <p:cNvSpPr/>
          <p:nvPr/>
        </p:nvSpPr>
        <p:spPr>
          <a:xfrm>
            <a:off x="4910328" y="1828800"/>
            <a:ext cx="3648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这门课真正教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910328" y="2212848"/>
            <a:ext cx="3648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 · 经验 · 判断 · 资产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10328" y="2505456"/>
            <a:ext cx="3648456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9" name="Text 17"/>
          <p:cNvSpPr/>
          <p:nvPr/>
        </p:nvSpPr>
        <p:spPr>
          <a:xfrm>
            <a:off x="4910328" y="2633472"/>
            <a:ext cx="364845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 AI 编程的正确认知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AI 做大项目的经验和熟练度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可迁移、能增值的长期竞争力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进入开源、能写进简历的资产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84048" y="4773168"/>
            <a:ext cx="8375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工具是入场券，所有人手里都会有一张；真正拉开差距的，是另外那一摞东西。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编程的核心，是五个环节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设计、思考、拆解、执行、验证——只有「执行」交给 AI，价值全在它的两端。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783080"/>
            <a:ext cx="1543507" cy="155448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920240"/>
            <a:ext cx="154350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2194560"/>
            <a:ext cx="154350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20624" y="2624328"/>
            <a:ext cx="147035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想清楚要做什么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3008376"/>
            <a:ext cx="154350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11096" y="1783080"/>
            <a:ext cx="34747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092147" y="1783080"/>
            <a:ext cx="1543507" cy="155448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92147" y="1920240"/>
            <a:ext cx="154350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92147" y="2194560"/>
            <a:ext cx="154350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思考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2128723" y="2624328"/>
            <a:ext cx="147035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权衡路线与取舍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92147" y="3008376"/>
            <a:ext cx="154350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19195" y="1783080"/>
            <a:ext cx="34747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00246" y="1783080"/>
            <a:ext cx="1543507" cy="155448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00246" y="1920240"/>
            <a:ext cx="154350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00246" y="2194560"/>
            <a:ext cx="154350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拆解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3836822" y="2624328"/>
            <a:ext cx="147035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拆成可执行的块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00246" y="3008376"/>
            <a:ext cx="154350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327294" y="1783080"/>
            <a:ext cx="34747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508346" y="1783080"/>
            <a:ext cx="1543507" cy="15544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08346" y="1920240"/>
            <a:ext cx="154350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508346" y="2194560"/>
            <a:ext cx="154350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5544922" y="2624328"/>
            <a:ext cx="147035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把代码写出来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08346" y="3008376"/>
            <a:ext cx="154350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负责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035394" y="1783080"/>
            <a:ext cx="34747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216445" y="1783080"/>
            <a:ext cx="1543507" cy="155448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16445" y="1920240"/>
            <a:ext cx="154350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216445" y="2194560"/>
            <a:ext cx="154350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7253021" y="2624328"/>
            <a:ext cx="147035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判断对不对、收口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216445" y="3008376"/>
            <a:ext cx="154350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84048" y="3611880"/>
            <a:ext cx="8375904" cy="96012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4048" y="3611880"/>
            <a:ext cx="45720" cy="9601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3749040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执行越来越便宜，因为执行是 AI。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640080" y="411480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你的价值，全在前置的设计、思考、拆解，和后置的验证。这门课练的，就是这四件 AI 替不了你的事。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384048" y="4791456"/>
            <a:ext cx="8375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编码，已经不是最重要的环节了。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449324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4493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学的是什么 · 01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学的不是工具，是认知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工具会过时，认知会留下。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4050792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4050792" cy="45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" y="1828800"/>
            <a:ext cx="3648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85216" y="2212848"/>
            <a:ext cx="3648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会过时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" y="2505456"/>
            <a:ext cx="3648456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" y="2633472"/>
            <a:ext cx="364845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半年后可能变样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可能被新东西替代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学完一个，还得追下一个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迭代时，你被一起淘汰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09160" y="1682496"/>
            <a:ext cx="4050792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682496"/>
            <a:ext cx="4050792" cy="457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6" name="Text 14"/>
          <p:cNvSpPr/>
          <p:nvPr/>
        </p:nvSpPr>
        <p:spPr>
          <a:xfrm>
            <a:off x="4910328" y="1828800"/>
            <a:ext cx="3648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认知层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910328" y="2212848"/>
            <a:ext cx="3648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留得下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10328" y="2505456"/>
            <a:ext cx="3648456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9" name="Text 17"/>
          <p:cNvSpPr/>
          <p:nvPr/>
        </p:nvSpPr>
        <p:spPr>
          <a:xfrm>
            <a:off x="4910328" y="2633472"/>
            <a:ext cx="364845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编程的本质与演进轨迹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工具体系的全景和边界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你作为工程师的位置在哪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判断任何新工具的底座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84048" y="4572000"/>
            <a:ext cx="8375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学工具的人，在工具迭代时被淘汰；建立认知的人，反而能更快上手每一个新工具。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449324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4493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学的是什么 · 02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学的不是零散的点，是经验和熟练度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AI 做大型项目的真实经验，加上反复练出来的肌肉记忆。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591056"/>
            <a:ext cx="8375904" cy="993648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591056"/>
            <a:ext cx="45720" cy="99364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591056"/>
            <a:ext cx="1783080" cy="993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 → 流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2468880" y="1709928"/>
            <a:ext cx="6126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不是单点技能，是整条工作流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68880" y="2048256"/>
            <a:ext cx="6126480" cy="463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会用工具是单点；把一件事从模糊需求一路做到生产上线，是综合能力。这门课练的是后者。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048" y="2694432"/>
            <a:ext cx="8375904" cy="993648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694432"/>
            <a:ext cx="45720" cy="99364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694432"/>
            <a:ext cx="1783080" cy="993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 → 四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2468880" y="2813304"/>
            <a:ext cx="6126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同一套工作流，跑四遍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468880" y="3151632"/>
            <a:ext cx="6126480" cy="463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OryxOS、When、DifyPro、mq9 四种场景跑同一套流程。跑一次是体验，跑四次是肌肉记忆。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4048" y="3797808"/>
            <a:ext cx="8375904" cy="993648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3797808"/>
            <a:ext cx="45720" cy="99364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797808"/>
            <a:ext cx="1783080" cy="993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 → 做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2468880" y="3916680"/>
            <a:ext cx="6126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没在键盘上跑过，就没真学到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468880" y="4255008"/>
            <a:ext cx="6126480" cy="463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看再多视频、读再多文档，只要没自己跑一遍，这个能力就没有真正进入你的身体。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449324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4493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学的是什么 · 03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学的是长期竞争力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三个真正立得住的「立身之本」，和深耕一个领域的态度。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2645664" cy="301752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2645664" cy="457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" y="1865376"/>
            <a:ext cx="2243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5216" y="2176272"/>
            <a:ext cx="224332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工作流设计力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5216" y="2871216"/>
            <a:ext cx="2243328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" y="2999232"/>
            <a:ext cx="224332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设计一套人和 AI 协作的流程，让一件事从模糊需求到上线全程跑通。跨场景可迁移。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49168" y="1682496"/>
            <a:ext cx="2645664" cy="301752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9168" y="1682496"/>
            <a:ext cx="2645664" cy="45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6" name="Text 14"/>
          <p:cNvSpPr/>
          <p:nvPr/>
        </p:nvSpPr>
        <p:spPr>
          <a:xfrm>
            <a:off x="3450336" y="1865376"/>
            <a:ext cx="2243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50336" y="2176272"/>
            <a:ext cx="224332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深度工程判断力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450336" y="2871216"/>
            <a:ext cx="2243328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9" name="Text 17"/>
          <p:cNvSpPr/>
          <p:nvPr/>
        </p:nvSpPr>
        <p:spPr>
          <a:xfrm>
            <a:off x="3450336" y="2999232"/>
            <a:ext cx="224332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在关键节点做对的技术判断：该不该上生产、该让 AI 写还是自己写。AI 难复制。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14288" y="1682496"/>
            <a:ext cx="2645664" cy="301752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14288" y="1682496"/>
            <a:ext cx="2645664" cy="45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2" name="Text 20"/>
          <p:cNvSpPr/>
          <p:nvPr/>
        </p:nvSpPr>
        <p:spPr>
          <a:xfrm>
            <a:off x="6315456" y="1865376"/>
            <a:ext cx="2243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15456" y="2176272"/>
            <a:ext cx="224332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复利资产积累力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15456" y="2871216"/>
            <a:ext cx="2243328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5" name="Text 23"/>
          <p:cNvSpPr/>
          <p:nvPr/>
        </p:nvSpPr>
        <p:spPr>
          <a:xfrm>
            <a:off x="6315456" y="2999232"/>
            <a:ext cx="224332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每个项目结束都沉淀可复用的东西：模板、Skills、笔记、开源贡献。越用越值钱。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84048" y="4773168"/>
            <a:ext cx="8375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工具会过时，这三件事会随你做的项目越来越多而持续增值。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449324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4493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学的是什么 · 04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学的是开源，进入开源的门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一份能写进简历、跨公司、跨时间的资产。AI 时代，开源红利在放大。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591056"/>
            <a:ext cx="8375904" cy="993648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591056"/>
            <a:ext cx="45720" cy="99364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591056"/>
            <a:ext cx="1783080" cy="993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身份资产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2468880" y="1709928"/>
            <a:ext cx="6126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是程序员的公开简历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68880" y="2048256"/>
            <a:ext cx="6126480" cy="463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你的贡献是公开、可验证的。换公司不会消失——代码替你说话，不需要你解释自己。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048" y="2694432"/>
            <a:ext cx="8375904" cy="993648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694432"/>
            <a:ext cx="45720" cy="99364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694432"/>
            <a:ext cx="1783080" cy="993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复利收益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2468880" y="2813304"/>
            <a:ext cx="6126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短期看不见，长期最值钱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468880" y="3151632"/>
            <a:ext cx="6126480" cy="463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五年前的贡献，五年后还在被人用、还在帮你增值。大多数工作的价值衰减，开源相反。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4048" y="3797808"/>
            <a:ext cx="8375904" cy="993648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3797808"/>
            <a:ext cx="45720" cy="99364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797808"/>
            <a:ext cx="1783080" cy="993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红利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2468880" y="3916680"/>
            <a:ext cx="6126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门槛低了、含金量高了、复利快了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468880" y="4255008"/>
            <a:ext cx="6126480" cy="463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帮你读懂大型陌生项目、起草 PR；被 maintainer 认证过的真贡献，在 AI 时代更稀缺。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106424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学的是什么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把重心从「做」转到「想」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把「做」外包了，「想」全留给你。操作越来越便宜，判断越来越值钱。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4050792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4050792" cy="45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" y="1828800"/>
            <a:ext cx="3648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旧路径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85216" y="2212848"/>
            <a:ext cx="3648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核心是写代码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" y="2505456"/>
            <a:ext cx="3648456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" y="2633472"/>
            <a:ext cx="364845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核心动作：一行行手撸代码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关键变量：勤奋，肯加班就有回报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靠的是手感，靠时间堆出来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想和做混在一起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09160" y="1682496"/>
            <a:ext cx="4050792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682496"/>
            <a:ext cx="4050792" cy="4572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16" name="Text 14"/>
          <p:cNvSpPr/>
          <p:nvPr/>
        </p:nvSpPr>
        <p:spPr>
          <a:xfrm>
            <a:off x="4910328" y="1828800"/>
            <a:ext cx="3648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新路径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910328" y="2212848"/>
            <a:ext cx="3648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核心是想清楚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10328" y="2505456"/>
            <a:ext cx="3648456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9" name="Text 17"/>
          <p:cNvSpPr/>
          <p:nvPr/>
        </p:nvSpPr>
        <p:spPr>
          <a:xfrm>
            <a:off x="4910328" y="2633472"/>
            <a:ext cx="364845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核心动作：驾驭 AI、验收产出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关键变量：清晰度，想清楚才高效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靠的是判断，靠认知建起来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想得清不清楚，所有人都看得见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84048" y="4572000"/>
            <a:ext cx="8375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时代的核心训练，是训练「想」的工程化能力——「做」的能力不缺，缺的是想得透的人。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106424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学的是什么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4048" y="493776"/>
            <a:ext cx="83759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一句话收束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371600"/>
            <a:ext cx="8375904" cy="173736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371600"/>
            <a:ext cx="45720" cy="173736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17904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编程学的不是工具，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是「怎么把一件事做成」。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" y="259689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编码已经不是最重要的了——重要的是前置的设计、思考、拆解，和后置的验证。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84048" y="3310128"/>
            <a:ext cx="2645664" cy="10972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3310128"/>
            <a:ext cx="2645664" cy="45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511296"/>
            <a:ext cx="2279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学认知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6928" y="3895344"/>
            <a:ext cx="227990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工具会过时，认知会留下。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9168" y="3310128"/>
            <a:ext cx="2645664" cy="10972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9168" y="3310128"/>
            <a:ext cx="2645664" cy="45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6" name="Text 14"/>
          <p:cNvSpPr/>
          <p:nvPr/>
        </p:nvSpPr>
        <p:spPr>
          <a:xfrm>
            <a:off x="3432048" y="3511296"/>
            <a:ext cx="2279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学经验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32048" y="3895344"/>
            <a:ext cx="227990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大项目跑四遍，练成肌肉记忆。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14288" y="3310128"/>
            <a:ext cx="2645664" cy="10972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14288" y="3310128"/>
            <a:ext cx="2645664" cy="45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0" name="Text 18"/>
          <p:cNvSpPr/>
          <p:nvPr/>
        </p:nvSpPr>
        <p:spPr>
          <a:xfrm>
            <a:off x="6297168" y="3511296"/>
            <a:ext cx="2279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学资产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97168" y="3895344"/>
            <a:ext cx="227990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长期竞争力 + 开源复利。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822960"/>
            <a:ext cx="45720" cy="201168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9144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你不是来学一个工具的，</a:t>
            </a:r>
            <a:endParaRPr lang="en-US" sz="2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你是来成为更好的工程师的。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24688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把这五个环节刻进习惯，AI 越强，你被放大得越大。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3200400"/>
            <a:ext cx="8375904" cy="141732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364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363931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第四节：用到的 AI 编程工具和方法论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041648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300"/>
              </a:spcAft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编程工具全景，逐个过一遍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SDD · Harness · Loop Engine 方法论体系</a:t>
            </a:r>
            <a:endParaRPr lang="en-US" sz="1050" dirty="0"/>
          </a:p>
          <a:p>
            <a:pPr marL="152400" indent="-152400"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Kit：把「想清楚」工程化的工具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2026-06-26T06:43:46Z</dcterms:created>
  <dcterms:modified xsi:type="dcterms:W3CDTF">2026-06-26T06:43:46Z</dcterms:modified>
</cp:coreProperties>
</file>