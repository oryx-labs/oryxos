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1243584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</a:t>
            </a:r>
            <a:r>
              <a:rPr lang="zh-CN" altLang="en-US" sz="12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八</a:t>
            </a:r>
            <a:r>
              <a:rPr lang="en-US" sz="12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节  ·  Agent 架构拆解：LLM + Tools + Memory + Loop + Environment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拆开 Agent，</a:t>
            </a:r>
            <a:endParaRPr lang="en-US" sz="3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看清它怎么跑。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五个组件 + 一个循环——讲清楚 Agent 的原理、运行机制和每个零件。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AI 编程实战营  ·  Week 1  ·  约 15 分钟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在技术上到底是什么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一句话定义 + 一个公式——拆开看，它没那么玄。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00784"/>
            <a:ext cx="8375904" cy="10972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00784"/>
            <a:ext cx="45720" cy="10972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640080" y="1828800"/>
            <a:ext cx="79552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一个能感知环境、自主决策、执行动作、并基于反馈循环迭代的程序。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感知环境  ·  自主决策  ·  执行动作  ·  反馈循环  ·  持续迭代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" y="3035808"/>
            <a:ext cx="8375904" cy="7132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035808"/>
            <a:ext cx="8375904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 =  LLM + Tools + Memory + Loop + Environment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048" y="4041648"/>
            <a:ext cx="837590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注意：定义里没有「LLM」——Agent 比 LLM 更早存在（强化学习、游戏 NPC 都是）。LLM 只是把它的实现门槛大幅拉低了。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五个组件，撑起一个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五个组件 + 一个循环结构 = Agent 的完整技术骨架。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00784"/>
            <a:ext cx="1543507" cy="24688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00784"/>
            <a:ext cx="1543507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420624" y="1975104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4048" y="2414016"/>
            <a:ext cx="1543507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决策引擎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" y="2798064"/>
            <a:ext cx="1086307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12064" y="2926080"/>
            <a:ext cx="1287475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接收状态，决定下一步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92147" y="1700784"/>
            <a:ext cx="1543507" cy="24688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92147" y="1700784"/>
            <a:ext cx="1543507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2128723" y="1975104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92147" y="2414016"/>
            <a:ext cx="1543507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行动能力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320747" y="2798064"/>
            <a:ext cx="1086307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2220163" y="2926080"/>
            <a:ext cx="1287475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写文件、调 API、查库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00246" y="1700784"/>
            <a:ext cx="1543507" cy="24688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00246" y="1700784"/>
            <a:ext cx="1543507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3836822" y="1975104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800246" y="2414016"/>
            <a:ext cx="1543507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状态承载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028846" y="2798064"/>
            <a:ext cx="1086307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3928262" y="2926080"/>
            <a:ext cx="1287475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短期上下文 + 长期记忆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08346" y="1700784"/>
            <a:ext cx="1543507" cy="24688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08346" y="1700784"/>
            <a:ext cx="1543507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8" name="Text 26"/>
          <p:cNvSpPr/>
          <p:nvPr/>
        </p:nvSpPr>
        <p:spPr>
          <a:xfrm>
            <a:off x="5544922" y="1975104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508346" y="2414016"/>
            <a:ext cx="1543507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循环执行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736946" y="2798064"/>
            <a:ext cx="1086307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1" name="Text 29"/>
          <p:cNvSpPr/>
          <p:nvPr/>
        </p:nvSpPr>
        <p:spPr>
          <a:xfrm>
            <a:off x="5636362" y="2926080"/>
            <a:ext cx="1287475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反复决策、行动、观察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16445" y="1700784"/>
            <a:ext cx="1543507" cy="24688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16445" y="1700784"/>
            <a:ext cx="1543507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4" name="Text 32"/>
          <p:cNvSpPr/>
          <p:nvPr/>
        </p:nvSpPr>
        <p:spPr>
          <a:xfrm>
            <a:off x="7253021" y="1975104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Environment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216445" y="2414016"/>
            <a:ext cx="1543507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交互对象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445045" y="2798064"/>
            <a:ext cx="1086307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7" name="Text 35"/>
          <p:cNvSpPr/>
          <p:nvPr/>
        </p:nvSpPr>
        <p:spPr>
          <a:xfrm>
            <a:off x="7344461" y="2926080"/>
            <a:ext cx="1287475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文件、网络、库、用户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4370832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任何 Agent 系统，不管多复杂，都能用这五个组件解释——复杂的只是每个组件做得更深。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运行机制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Loop：Agent 的灵魂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单次调用是 chatbot；在循环里反复决策、行动、观察，才是 Agent。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2487168" cy="914400"/>
          </a:xfrm>
          <a:prstGeom prst="roundRect">
            <a:avLst>
              <a:gd name="adj" fmla="val 6000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920240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Reasoning 思考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2249424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基于当前状态，决定下一步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71216" y="1737360"/>
            <a:ext cx="457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28416" y="1737360"/>
            <a:ext cx="2487168" cy="914400"/>
          </a:xfrm>
          <a:prstGeom prst="roundRect">
            <a:avLst>
              <a:gd name="adj" fmla="val 6000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920240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Acting 行动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249424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调用一个 Tool 执行决策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15584" y="1737360"/>
            <a:ext cx="457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72784" y="1737360"/>
            <a:ext cx="2487168" cy="914400"/>
          </a:xfrm>
          <a:prstGeom prst="roundRect">
            <a:avLst>
              <a:gd name="adj" fmla="val 6000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20240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Observation 观察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7648" y="2249424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拿到结果，更新进 Memory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2761488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↺  未完成就带着新状态回到思考，转到任务完成或达到最大步数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255264"/>
            <a:ext cx="8375904" cy="13258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255264"/>
            <a:ext cx="45720" cy="13258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40080" y="3364992"/>
            <a:ext cx="7955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但循环不是无脑跑——它还要管这四件事：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8368" y="3694176"/>
            <a:ext cx="7955280" cy="8595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停止条件：任务完成 / 达到最大步数 / 用户中断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错误恢复：工具失败时，重试、降级还是报错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上下文压缩：context 越来越长时怎么裁剪历史</a:t>
            </a:r>
            <a:endParaRPr lang="en-US" sz="1100" dirty="0"/>
          </a:p>
          <a:p>
            <a:pPr marL="152400" indent="-152400">
              <a:buSzPct val="100000"/>
              <a:buChar char="·"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多模型切换：不同步骤用不同模型——一个框架 80% 的复杂度都在 Loop 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运行机制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五组件怎么串成一个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例子：读 README → 翻译成中文 → 写入 README.zh.md，跑一遍循环。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64208"/>
            <a:ext cx="45720" cy="46634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85216" y="1664208"/>
            <a:ext cx="128016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入口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65960" y="1664208"/>
            <a:ext cx="66294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任务进入 Environment（文件系统），先存进 Memory（记住要干什么）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221992"/>
            <a:ext cx="45720" cy="46634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585216" y="2221992"/>
            <a:ext cx="128016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1 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65960" y="2221992"/>
            <a:ext cx="66294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决定先读文件 → 调 read_file（Tool）→ 拿到内容（Observation）→ 回填 Memory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2779776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779776"/>
            <a:ext cx="45720" cy="46634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8" name="Text 16"/>
          <p:cNvSpPr/>
          <p:nvPr/>
        </p:nvSpPr>
        <p:spPr>
          <a:xfrm>
            <a:off x="585216" y="2779776"/>
            <a:ext cx="128016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2 圈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65960" y="2779776"/>
            <a:ext cx="66294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看到内容，决定翻译——这步它自己就能干，不调工具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337560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337560"/>
            <a:ext cx="45720" cy="46634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585216" y="3337560"/>
            <a:ext cx="128016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3 圈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965960" y="3337560"/>
            <a:ext cx="66294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调 write_file（Tool）写出中文 → 拿到「写成功」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3895344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895344"/>
            <a:ext cx="45720" cy="46634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6" name="Text 24"/>
          <p:cNvSpPr/>
          <p:nvPr/>
        </p:nvSpPr>
        <p:spPr>
          <a:xfrm>
            <a:off x="585216" y="3895344"/>
            <a:ext cx="128016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4 圈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965960" y="3895344"/>
            <a:ext cx="66294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判断任务完成 → 跳出循环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553712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五组件一个不少：LLM 决策、Tools 是手、Memory 记忆、Loop 是发动机、Environment 是场地。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组件深入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决策 + Tools 行动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只下指令，干活的是框架——这个分工决定了 Agent 能做什么。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LLM｜决策引擎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大脑：只输出决策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理解任务、规划下一步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决定调哪个 Tool、传什么参数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解读结果、判断是否完成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可单模型，也可多模型路由（强模型规划 / 快模型合成）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Tools｜行动能力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手脚：真正改变世界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输出结构化「调用请求」，框架去执行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形态：本地 / 网络 / 数据库 / MCP 远程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的自主性边界 = Tools 的边界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MCP 让工具变成可插拔的标准件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管住一个 Agent，很大程度就是管住它能调哪些 Tool——这正是后面 Sandbox 要做的事。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组件深入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Memory：Agent 会不会「成长」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短期记忆是必需，长期记忆是高阶——有没有它，是「工具」和「助手」的分界。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短期记忆（Context）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必需 · 一次会话内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当前对话、任务进度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已经调用过的工具和结果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实现：直接放进 LLM 的 context window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模型窗口够大时，基本够用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长期记忆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高阶 · 跨会话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用户偏好、项目背景、关键决策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实现一：结构化（MEMORY.md / SQLite）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实现二：向量（embedding + 相似度检索）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实现三：混合（文件 + 全文 + 向量召回）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没有长期记忆的 Agent 也是 Agent，只是每次会话都从零开始；有了它，Agent 才会「越用越懂你」。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组件深入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Environment：能力上限与安全底线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活在什么环境里，就能做什么——也必须在那里被约束。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Environment 是 Agent 的「世界」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它能做什么的边界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文件系统：能读写哪些路径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网络：能访问哪些 URL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数据库：能查哪些表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用户接口：CLI / Web / IM /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能不能在这跑，看三件事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工程上的约束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能不能被工具化（有 API / SDK）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权限怎么管（允许什么、禁止什么）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副作用怎么控（破坏性操作能否回滚）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沙盒 Sandbox = 这一层的安全设计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Sandbox 就是给每个 Agent 一个受控的、跑坏了也不殃及别人的环境——能力上限与安全底线都在这。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辨别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都是 Agent？又怎么分辨真假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骨架相同，区别在 Tools 和 Environment；缺了「自主决策的循环」，就不是 Agent。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同是 Agent，区别在哪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换 Tools、换 Environment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 / Codex：代码仓库 + 终端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客服 Agent：IM 消息流 + 知识库 + 工单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五组件骨架完全一样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区别主要在 Tools 和 Environment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这些，不是 Agent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缺了关键组件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LLM：是组件不是 Agent（CPU vs 整机）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Chatbot：退掉了 Tools 和 Loop，只能聊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Workflow：预定义、确定性，不是自主探索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判据：有没有「自主决策的循环」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看到任何号称 Agent 的东西，问它的五个组件——立刻能判断它是真 Agent，还是挂羊头。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承上启下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从单个 Agent，到 Agent 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企业的真问题不是「跑一个 Agent」，是「稳定地跑很多个」。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单个 Agent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一个智能体实例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+ Tools + Memory + Loop + Env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跑一个很容易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上下文集中、好控制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= 一个应用程序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OS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支撑很多 Agent 的底座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进程管理：起、停、重启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工作空间隔离 + 安全沙盒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多模型路由 + 可观测 + 成本控制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= 一个操作系统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是应用程序，Agent OS 是操作系统——L2 运行时层是 2026 最缺人的层，也是 OryxOS 要做的。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22960"/>
            <a:ext cx="45720" cy="2011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914400"/>
            <a:ext cx="8046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掌握五组件，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你能拆开任何 Agent。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决策、Tools 行动、Memory 记忆、Loop 循环、Environment 约束——原理就这些。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200400"/>
            <a:ext cx="837590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6499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下一节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第八节：看懂 Agent OS——OryxOS 的定位、架构与价值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OS 是什么、有什么用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OryxOS 想做什么、愿景与技术核心</a:t>
            </a:r>
            <a:endParaRPr lang="en-US" sz="1050" dirty="0"/>
          </a:p>
          <a:p>
            <a:pPr marL="152400" indent="-152400"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它对企业、对我们自己分别有什么价值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2912</Words>
  <Application>WPS 演示</Application>
  <PresentationFormat>On-screen Show (16:9)</PresentationFormat>
  <Paragraphs>285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姚小强</cp:lastModifiedBy>
  <cp:revision>2</cp:revision>
  <dcterms:created xsi:type="dcterms:W3CDTF">2026-06-30T04:08:56Z</dcterms:created>
  <dcterms:modified xsi:type="dcterms:W3CDTF">2026-06-30T04:08:56Z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34C09FA2AF1F4ADE5841436AD191F693_42</vt:lpwstr>
  </property>
  <property fmtid="{D5CDD505-2E9C-101B-9397-08002B2CF9AE}" pid="3" name="KSOProductBuildVer">
    <vt:lpwstr>2052-12.1.26026.26026</vt:lpwstr>
  </property>
</Properties>
</file>