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1243584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第十三节  ·  Spec-Kit 教程：原理 · 用处 · 用法 · 时机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 Spec-Kit</a:t>
            </a:r>
            <a:endParaRPr lang="en-US" sz="3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一次讲清楚。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一份实用的工具教程——原理、有什么用、怎么用、什么时候用。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 AI 编程实战营  ·  Week 3  ·  工具教程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教程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这节，讲清楚四件事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Spec-Kit 不是 AI agent，是套在 AI agent 之上的「工作流层」。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83080"/>
            <a:ext cx="1929384" cy="11430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47672"/>
            <a:ext cx="192938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203704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" y="2587752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它怎么工作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1783080"/>
            <a:ext cx="1929384" cy="11430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947672"/>
            <a:ext cx="192938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32888" y="2203704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有什么用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32888" y="2587752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解决什么问题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81728" y="1783080"/>
            <a:ext cx="1929384" cy="11430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1947672"/>
            <a:ext cx="192938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81728" y="2203704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81728" y="2587752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命令与流程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30568" y="1783080"/>
            <a:ext cx="1929384" cy="11430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0568" y="1947672"/>
            <a:ext cx="192938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30568" y="2203704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什么时候用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30568" y="2587752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适合什么场景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3200400"/>
            <a:ext cx="8375904" cy="11887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346704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 CLI + 一套 slash command，支持 20+ AI agent。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694176"/>
            <a:ext cx="79552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装一次，用 Claude Code、Copilot、Cursor 都行。它不替代 AI agent，而是给它套上一套结构化的工作流——本节就把这套工作流讲透。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背景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为什么需要 SDD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「给 AI 模糊需求、直接生成代码」——vibe coding 在大项目上会出事。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1929384" cy="1554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3736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384048" y="1993392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需求漂移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2450592"/>
            <a:ext cx="1636776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跨会话进行，AI 每次重新理解，决策被遗忘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1737360"/>
            <a:ext cx="1929384" cy="1554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2888" y="173736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4" name="Text 12"/>
          <p:cNvSpPr/>
          <p:nvPr/>
        </p:nvSpPr>
        <p:spPr>
          <a:xfrm>
            <a:off x="2532888" y="1993392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架构失控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79192" y="2450592"/>
            <a:ext cx="1636776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只求「看起来能跑」，迭代几次变一团乱麻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81728" y="1737360"/>
            <a:ext cx="1929384" cy="1554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173736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8" name="Text 16"/>
          <p:cNvSpPr/>
          <p:nvPr/>
        </p:nvSpPr>
        <p:spPr>
          <a:xfrm>
            <a:off x="4681728" y="1993392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回退困难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28032" y="2450592"/>
            <a:ext cx="1636776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没有正式需求文档，错了不知该回到哪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30568" y="1737360"/>
            <a:ext cx="1929384" cy="1554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30568" y="173736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830568" y="1993392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无法协作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76872" y="2450592"/>
            <a:ext cx="1636776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每个人提示词理解不同，产出风格不一致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3584448"/>
            <a:ext cx="8375904" cy="9144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584448"/>
            <a:ext cx="45720" cy="9144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6" name="Text 24"/>
          <p:cNvSpPr/>
          <p:nvPr/>
        </p:nvSpPr>
        <p:spPr>
          <a:xfrm>
            <a:off x="640080" y="3712464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仅靠 prompt 不够了。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0080" y="4059936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要在 prompt 之上加一层结构化的「需求层」——这就是 SDD，而 Spec-Kit 是它最纯粹的实现。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原理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原理 ①：spec-as-source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 是唯一源头，其它一切都从它派生。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92224"/>
            <a:ext cx="1751076" cy="96012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93392"/>
            <a:ext cx="175107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spec.md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2340864"/>
            <a:ext cx="17510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唯一源头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35124" y="1792224"/>
            <a:ext cx="4572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92324" y="1792224"/>
            <a:ext cx="1751076" cy="9601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2324" y="1993392"/>
            <a:ext cx="175107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plan.md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92324" y="2340864"/>
            <a:ext cx="17510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技术方案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3400" y="1792224"/>
            <a:ext cx="4572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00600" y="1792224"/>
            <a:ext cx="1751076" cy="9601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993392"/>
            <a:ext cx="175107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tasks.md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2340864"/>
            <a:ext cx="17510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任务列表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51676" y="1792224"/>
            <a:ext cx="4572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08876" y="1792224"/>
            <a:ext cx="1751076" cy="9601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8876" y="1993392"/>
            <a:ext cx="175107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08876" y="2340864"/>
            <a:ext cx="17510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代码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2816352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 变了，下游 plan / tasks / code 全部重新生成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175" y="3291840"/>
            <a:ext cx="2691130" cy="16433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291840"/>
            <a:ext cx="45720" cy="9601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6" name="Text 24"/>
          <p:cNvSpPr/>
          <p:nvPr/>
        </p:nvSpPr>
        <p:spPr>
          <a:xfrm>
            <a:off x="640080" y="3420110"/>
            <a:ext cx="2435225" cy="311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 是项目的唯一事实来源，不是 chat 历史。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0080" y="4060825"/>
            <a:ext cx="2285365" cy="635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它是仓库里的正式文件，跟代码一起版本管理——这是 Spec-Kit 和「随便聊聊让 AI 写」的根本区别。</a:t>
            </a:r>
            <a:endParaRPr lang="en-US" sz="115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3154680"/>
            <a:ext cx="3935095" cy="181737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605" y="978535"/>
            <a:ext cx="455422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原理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原理 ②：三大设计支柱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这三点，让 AI agent 从「凭感觉」变成「按规格干活」。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48640" y="184708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支柱一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231648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constitution 项目宪法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48640" y="2871216"/>
            <a:ext cx="231648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把非协商原则（技术栈、规范、边界）固化成文件，所有命令都引用，AI 每次都看到。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13760" y="184708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支柱二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3760" y="2121408"/>
            <a:ext cx="231648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阶段闭环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13760" y="276148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13760" y="2871216"/>
            <a:ext cx="231648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specify → plan → tasks → implement，每阶段有正式 artifact，前一阶段输出是后一阶段输入，不跳步。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278880" y="184708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支柱三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8880" y="2121408"/>
            <a:ext cx="231648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analyze 防漂移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880" y="276148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278880" y="2871216"/>
            <a:ext cx="231648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 artifact 一致性检查：constitution / spec / plan / tasks 是否对齐，发现漂移立刻修。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constitution 钉死方向、4 阶段保证不跳步、analyze 防止 spec 和代码渐渐对不上。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原理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原理 ③：产物长什么样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specify init 生成 .specify/ 工作区——四个正式文件，跟代码一起版本管理。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64208"/>
            <a:ext cx="8375904" cy="62636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64208"/>
            <a:ext cx="45720" cy="626364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85216" y="1664208"/>
            <a:ext cx="2286000" cy="6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constitution.md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1664208"/>
            <a:ext cx="5623560" cy="6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项目宪法：非协商原则（写一次定下来，全程不轻易改）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400300"/>
            <a:ext cx="8375904" cy="62636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400300"/>
            <a:ext cx="45720" cy="626364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4" name="Text 12"/>
          <p:cNvSpPr/>
          <p:nvPr/>
        </p:nvSpPr>
        <p:spPr>
          <a:xfrm>
            <a:off x="585216" y="2400300"/>
            <a:ext cx="2286000" cy="6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spec.md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2400300"/>
            <a:ext cx="5623560" cy="6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需求规格：user story + acceptance criteria + 功能边界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3136392"/>
            <a:ext cx="8375904" cy="62636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136392"/>
            <a:ext cx="45720" cy="626364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8" name="Text 16"/>
          <p:cNvSpPr/>
          <p:nvPr/>
        </p:nvSpPr>
        <p:spPr>
          <a:xfrm>
            <a:off x="585216" y="3136392"/>
            <a:ext cx="2286000" cy="6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3136392"/>
            <a:ext cx="5623560" cy="6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技术方案：技术栈选型、模块划分、关键技术决策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3872484"/>
            <a:ext cx="8375904" cy="626364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872484"/>
            <a:ext cx="45720" cy="626364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585216" y="3872484"/>
            <a:ext cx="2286000" cy="6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tasks.md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71800" y="3872484"/>
            <a:ext cx="5623560" cy="6263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任务清单：按 user story 分组、标好依赖与可并行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4048" y="4590288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四个文件是「人和 AI 之间的契约」，也是项目决策的留底——可审查、可共享、可回溯。</a:t>
            </a:r>
            <a:endParaRPr lang="en-US" sz="105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325" y="475615"/>
            <a:ext cx="1460500" cy="4234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有什么用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有什么用：从作坊到工程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把「想清楚」变成正式产物——这是 AI 编程从作坊到工程的关键一步。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4864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对治乱来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管住 vibe coding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4864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不再凭感觉聊天，需求漂移、架构失控被 spec 兜住。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3288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269748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立契约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 是人与 AI 的契约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9748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269748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双方都遵守的依据，AI 不再靠概率猜你的意图。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484632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可追溯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决策持久化、可审计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4632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484632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所有决策有 artifact 留底，跟代码一起版本管理。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30568" y="1682496"/>
            <a:ext cx="192938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0568" y="1682496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8" name="Text 26"/>
          <p:cNvSpPr/>
          <p:nvPr/>
        </p:nvSpPr>
        <p:spPr>
          <a:xfrm>
            <a:off x="6995160" y="1847088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可演进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121408"/>
            <a:ext cx="160020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长期项目不丢上下文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995160" y="2761488"/>
            <a:ext cx="160020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1" name="Text 29"/>
          <p:cNvSpPr/>
          <p:nvPr/>
        </p:nvSpPr>
        <p:spPr>
          <a:xfrm>
            <a:off x="6995160" y="2871216"/>
            <a:ext cx="1600200" cy="1426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跨会话切换不丢决策，spec 跟代码持续同步演进。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一句话：没有 SDD 的 AI 编程，跟没有版本控制的传统编程是同一个问题——能跑，但不可持续。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怎么用 ①：安装与命令体系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specify init 起手；命令以 /speckit. 前缀触发。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个核心命令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必走的闭环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82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constitution：写项目宪法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specify：需求 → spec（user story）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plan：spec + 宪法 → 技术方案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tasks：plan → 有序任务列表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implement：按 tasks 生成代码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个可选命令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加强代码质量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82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clarify：specify 后反问澄清模糊点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analyze：implement 前查一致性（防漂移）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checklist：自定义质量校验清单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（taskstoissues：任务转 GitHub issues）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命令语法不用背——理解每个命令解决什么问题，跑一遍就熟。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怎么用 ②：典型工作流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从初始化到 implement，一条不跳步的流水线。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828800"/>
            <a:ext cx="1543507" cy="128016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93392"/>
            <a:ext cx="1543507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286000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初始化 + 宪法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" y="2688336"/>
            <a:ext cx="147035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specify init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11096" y="1828800"/>
            <a:ext cx="347472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92147" y="1828800"/>
            <a:ext cx="1543507" cy="128016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2147" y="1993392"/>
            <a:ext cx="1543507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28723" y="2286000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28723" y="2688336"/>
            <a:ext cx="147035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（可选 clarify）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19195" y="1828800"/>
            <a:ext cx="347472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00246" y="1828800"/>
            <a:ext cx="1543507" cy="128016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0246" y="1993392"/>
            <a:ext cx="1543507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36822" y="2286000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6822" y="2688336"/>
            <a:ext cx="147035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技术方案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27294" y="1828800"/>
            <a:ext cx="347472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08346" y="1828800"/>
            <a:ext cx="1543507" cy="128016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8346" y="1993392"/>
            <a:ext cx="1543507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44922" y="2286000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tasks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44922" y="2688336"/>
            <a:ext cx="147035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（可选 analyze）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35394" y="1828800"/>
            <a:ext cx="347472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16445" y="1828800"/>
            <a:ext cx="1543507" cy="128016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6445" y="1993392"/>
            <a:ext cx="1543507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53021" y="2286000"/>
            <a:ext cx="14703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53021" y="2688336"/>
            <a:ext cx="147035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 review &amp; commit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" y="3456432"/>
            <a:ext cx="8375904" cy="7772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3456432"/>
            <a:ext cx="45720" cy="77724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4" name="Text 32"/>
          <p:cNvSpPr/>
          <p:nvPr/>
        </p:nvSpPr>
        <p:spPr>
          <a:xfrm>
            <a:off x="640080" y="3456432"/>
            <a:ext cx="7955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没有跨阶段 shortcut，没有「凭感觉跳过 plan 直接写代码」。每个 task 写完人工 review 再 commit。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怎么用 ③：一条命令长什么样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拿两个最关键的命令，看真实的输入和输出。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85216" y="1883664"/>
            <a:ext cx="364845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/speckit.specify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" y="2395728"/>
            <a:ext cx="364845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输入：一句话 / 一段粗略需求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" y="3054096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3182112"/>
            <a:ext cx="3648456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输出：spec.md（约 800 行）——背景、user story、acceptance criteria、非目标（明确说不做什么）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6" name="Text 14"/>
          <p:cNvSpPr/>
          <p:nvPr/>
        </p:nvSpPr>
        <p:spPr>
          <a:xfrm>
            <a:off x="4910328" y="1883664"/>
            <a:ext cx="364845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/speckit.tasks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395728"/>
            <a:ext cx="364845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输入：spec.md + plan.md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10328" y="3054096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3182112"/>
            <a:ext cx="3648456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输出：tasks.md——几十个有序任务，按 user story 分组，标好依赖关系和可并行项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你只写第一份 spec、检查 plan、最后 review 代码；中间的拆任务和执行，AI 自动跑。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1064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1064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什么时候用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什么时候用：它是「重武器」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强在强制完整流程、产出结构化 artifact；代价是流程开销大。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5176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适合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威力巨大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591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greenfield 中到大型项目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需求清晰，上游有文档或决策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 AI agent 做主体开发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团队要学 SDD 工程方法论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517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不适合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开销大于收益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591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小 feature、单文件、快速原型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大型 brownfield 改造（上下文超限）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探索性研究（需求未定会返工）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个人小实验（6+3 命令太重）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498848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用在合适的场景威力巨大，用在不合适的场景就是负担——工具匹配工作性质。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课前，先动手跑一遍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不用记命令——装一遍、跑一遍，概念立刻就立住了。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773936"/>
            <a:ext cx="2645664" cy="23317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7393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48640" y="193852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231648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装 Spec-Kit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48640" y="2962656"/>
            <a:ext cx="2316480" cy="10149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specify init 在一个空项目里初始化，看 .specify/ 长什么样。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9168" y="1773936"/>
            <a:ext cx="2645664" cy="23317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77393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13760" y="193852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3760" y="2212848"/>
            <a:ext cx="231648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写 constitution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13760" y="285292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13760" y="2962656"/>
            <a:ext cx="2316480" cy="10149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按格式写一份非协商原则，体会「钉死方向」的感觉。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14288" y="1773936"/>
            <a:ext cx="2645664" cy="233172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77393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278880" y="193852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8880" y="2212848"/>
            <a:ext cx="231648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跑 specify → plan → tasks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880" y="285292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278880" y="2962656"/>
            <a:ext cx="2316480" cy="10149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把一个小需求喂进去，看它怎么拆成任务清单。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048" y="4334256"/>
            <a:ext cx="8375904" cy="457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34256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▶  下一节《讲解 Spec-Kit 拆解后的任务》（演示课）——现场看拆出来的内容怎么用。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2917</Words>
  <Application>WPS 演示</Application>
  <PresentationFormat>On-screen Show (16:9)</PresentationFormat>
  <Paragraphs>354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华文仿宋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姚小强</cp:lastModifiedBy>
  <cp:revision>6</cp:revision>
  <dcterms:created xsi:type="dcterms:W3CDTF">2026-07-06T15:44:49Z</dcterms:created>
  <dcterms:modified xsi:type="dcterms:W3CDTF">2026-07-06T15:44:49Z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DEC92505D4C6E0CB8E88446A0A1AB033_42</vt:lpwstr>
  </property>
</Properties>
</file>